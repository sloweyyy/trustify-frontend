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fe00b6e8d64bbd" /><Relationship Type="http://schemas.openxmlformats.org/officeDocument/2006/relationships/extended-properties" Target="/docProps/app.xml" Id="R9acb7d278b2547be" /><Relationship Type="http://schemas.openxmlformats.org/officeDocument/2006/relationships/officeDocument" Target="/ppt/presentation.xml" Id="Rb03d90dd81664722" /></Relationships>
</file>

<file path=ppt/presentation.xml><?xml version="1.0" encoding="utf-8"?>
<p:presentation xmlns:p="http://schemas.openxmlformats.org/presentationml/2006/main">
  <p:sldMasterIdLst>
    <p:sldMasterId xmlns:r="http://schemas.openxmlformats.org/officeDocument/2006/relationships" id="2147483648" r:id="R39af2560490b4058"/>
  </p:sldMasterIdLst>
  <p:notesMasterIdLst>
    <p:notesMasterId xmlns:r="http://schemas.openxmlformats.org/officeDocument/2006/relationships" r:id="Rc8ed3fd9fcb84635"/>
  </p:notesMasterIdLst>
  <p:sldIdLst>
    <p:sldId xmlns:r="http://schemas.openxmlformats.org/officeDocument/2006/relationships" id="256" r:id="R4b19b3317dc84582"/>
    <p:sldId xmlns:r="http://schemas.openxmlformats.org/officeDocument/2006/relationships" id="257" r:id="R8be21a1d322a4873"/>
    <p:sldId xmlns:r="http://schemas.openxmlformats.org/officeDocument/2006/relationships" id="258" r:id="R18c5c8506d674669"/>
    <p:sldId xmlns:r="http://schemas.openxmlformats.org/officeDocument/2006/relationships" id="259" r:id="R95efd26c8d8f4c35"/>
    <p:sldId xmlns:r="http://schemas.openxmlformats.org/officeDocument/2006/relationships" id="260" r:id="Re803a442977d40b4"/>
    <p:sldId xmlns:r="http://schemas.openxmlformats.org/officeDocument/2006/relationships" id="261" r:id="R74cb22cd7af34fbb"/>
    <p:sldId xmlns:r="http://schemas.openxmlformats.org/officeDocument/2006/relationships" id="262" r:id="R7a2ac16e0330459d"/>
    <p:sldId xmlns:r="http://schemas.openxmlformats.org/officeDocument/2006/relationships" id="263" r:id="R45a7c0238055495f"/>
    <p:sldId xmlns:r="http://schemas.openxmlformats.org/officeDocument/2006/relationships" id="264" r:id="R322810c0a92b4560"/>
    <p:sldId xmlns:r="http://schemas.openxmlformats.org/officeDocument/2006/relationships" id="265" r:id="Rc0b9371f4a2f4e46"/>
    <p:sldId xmlns:r="http://schemas.openxmlformats.org/officeDocument/2006/relationships" id="266" r:id="R869d12a324cc4523"/>
    <p:sldId xmlns:r="http://schemas.openxmlformats.org/officeDocument/2006/relationships" id="267" r:id="R2d1efdabad3940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c3089cd643243d7" /><Relationship Type="http://schemas.openxmlformats.org/officeDocument/2006/relationships/slideMaster" Target="/ppt/slideMasters/slideMaster1.xml" Id="R39af2560490b4058" /><Relationship Type="http://schemas.openxmlformats.org/officeDocument/2006/relationships/notesMaster" Target="/ppt/notesMasters/notesMaster1.xml" Id="Rc8ed3fd9fcb84635" /><Relationship Type="http://schemas.openxmlformats.org/officeDocument/2006/relationships/presProps" Target="/ppt/presProps.xml" Id="R621e307d0ef5404e" /><Relationship Type="http://schemas.openxmlformats.org/officeDocument/2006/relationships/tableStyles" Target="/ppt/tableStyles.xml" Id="R2950cfd60b0b4a62" /><Relationship Type="http://schemas.openxmlformats.org/officeDocument/2006/relationships/slide" Target="/ppt/slides/slide1.xml" Id="R4b19b3317dc84582" /><Relationship Type="http://schemas.openxmlformats.org/officeDocument/2006/relationships/slide" Target="/ppt/slides/slide2.xml" Id="R8be21a1d322a4873" /><Relationship Type="http://schemas.openxmlformats.org/officeDocument/2006/relationships/slide" Target="/ppt/slides/slide3.xml" Id="R18c5c8506d674669" /><Relationship Type="http://schemas.openxmlformats.org/officeDocument/2006/relationships/slide" Target="/ppt/slides/slide4.xml" Id="R95efd26c8d8f4c35" /><Relationship Type="http://schemas.openxmlformats.org/officeDocument/2006/relationships/slide" Target="/ppt/slides/slide5.xml" Id="Re803a442977d40b4" /><Relationship Type="http://schemas.openxmlformats.org/officeDocument/2006/relationships/slide" Target="/ppt/slides/slide6.xml" Id="R74cb22cd7af34fbb" /><Relationship Type="http://schemas.openxmlformats.org/officeDocument/2006/relationships/slide" Target="/ppt/slides/slide7.xml" Id="R7a2ac16e0330459d" /><Relationship Type="http://schemas.openxmlformats.org/officeDocument/2006/relationships/slide" Target="/ppt/slides/slide8.xml" Id="R45a7c0238055495f" /><Relationship Type="http://schemas.openxmlformats.org/officeDocument/2006/relationships/slide" Target="/ppt/slides/slide9.xml" Id="R322810c0a92b4560" /><Relationship Type="http://schemas.openxmlformats.org/officeDocument/2006/relationships/slide" Target="/ppt/slides/slide10.xml" Id="Rc0b9371f4a2f4e46" /><Relationship Type="http://schemas.openxmlformats.org/officeDocument/2006/relationships/slide" Target="/ppt/slides/slide11.xml" Id="R869d12a324cc4523" /><Relationship Type="http://schemas.openxmlformats.org/officeDocument/2006/relationships/slide" Target="/ppt/slides/slide12.xml" Id="R2d1efdabad3940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7cb9c3323648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0bd5237bdd40ba" /><Relationship Type="http://schemas.openxmlformats.org/officeDocument/2006/relationships/notesMaster" Target="/ppt/notesMasters/notesMaster1.xml" Id="R8ddece4afcef40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d5de9e717754912" /><Relationship Type="http://schemas.openxmlformats.org/officeDocument/2006/relationships/notesMaster" Target="/ppt/notesMasters/notesMaster1.xml" Id="R9fcf5599540d42c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505414f2134180" /><Relationship Type="http://schemas.openxmlformats.org/officeDocument/2006/relationships/notesMaster" Target="/ppt/notesMasters/notesMaster1.xml" Id="Rb02127f852304b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20e442c6294881" /><Relationship Type="http://schemas.openxmlformats.org/officeDocument/2006/relationships/notesMaster" Target="/ppt/notesMasters/notesMaster1.xml" Id="R9559a0f5def04e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25373dea1a4b59" /><Relationship Type="http://schemas.openxmlformats.org/officeDocument/2006/relationships/notesMaster" Target="/ppt/notesMasters/notesMaster1.xml" Id="R596baafd0ffe4e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94b55d38714f13" /><Relationship Type="http://schemas.openxmlformats.org/officeDocument/2006/relationships/notesMaster" Target="/ppt/notesMasters/notesMaster1.xml" Id="R9d2a0ebedab743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82363ad0954945" /><Relationship Type="http://schemas.openxmlformats.org/officeDocument/2006/relationships/notesMaster" Target="/ppt/notesMasters/notesMaster1.xml" Id="R339b5ee239794d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8c4d2fd38c479e" /><Relationship Type="http://schemas.openxmlformats.org/officeDocument/2006/relationships/notesMaster" Target="/ppt/notesMasters/notesMaster1.xml" Id="R689e8bd0d6fc44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af12b655324e9e" /><Relationship Type="http://schemas.openxmlformats.org/officeDocument/2006/relationships/notesMaster" Target="/ppt/notesMasters/notesMaster1.xml" Id="R327c5d36d1344f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dbe0df5b384466" /><Relationship Type="http://schemas.openxmlformats.org/officeDocument/2006/relationships/notesMaster" Target="/ppt/notesMasters/notesMaster1.xml" Id="R1f0dd278b2d84bd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e6be831dad4e98" /><Relationship Type="http://schemas.openxmlformats.org/officeDocument/2006/relationships/notesMaster" Target="/ppt/notesMasters/notesMaster1.xml" Id="Rdebb00dfecb24e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2a6f813887c4663" /><Relationship Type="http://schemas.openxmlformats.org/officeDocument/2006/relationships/notesMaster" Target="/ppt/notesMasters/notesMaster1.xml" Id="R858f9a2897c34a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source: https://github.com/sloweyyy/Trustify-Frontend/blob/main/README.md. Approved brand: https://github.com/sloweyyy/Trustify-Frontend/blob/main/docs/brand/brand-identity.md. Screenshot: final/routes/public-home-desktop.png, current October2026 UI. Team project established2025. This deck pitches a future pilot, not a launched regulated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is a product hypothesis drawn from the approved brand brief and the application workflow. No user-research study, measured time saving or market-size claim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Approved audiences and positioning: https://github.com/sloweyyy/Trustify-Frontend/blob/main/docs/brand/brand-identity.md. Business use is an intended audience, not a claim that enterprise tenancy or corporate permissions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Lifecycle and payment behavior: https://github.com/sloweyyy/Trustify-Frontend/blob/main/docs/design-system.md and https://github.com/sloweyyy/Trustify-Frontend/blob/main/docs/design/final/README.md. Screenshot uses synthetic QA records, not real client data. A signing interface is not by itself a legally qualified digital signature.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applicant wizard: https://github.com/sloweyyy/Trustify-Frontend/blob/main/src. Evidence: https://github.com/sloweyyy/Trustify-Frontend/blob/main/docs/design/screenshots/final/wizard/after-step1-service-mobile.png and after-upload-selected-desktop.png. Screens show anonymized/synthetic QA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Notary review implementation and UI evidence: https://github.com/sloweyyy/Trustify-Frontend/blob/main/docs/design/final/README.md and https://github.com/sloweyyy/Trustify-Frontend/blob/main/docs/design/screenshots/final/states/notary-document-review-preview-desktop.png. The screenshot uses a sample document and synthetic QA identities. The deck makes no real throughput or processing-time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Blockchain implementation: https://github.com/sloweyyy/Trustify-Backend/blob/main/src/config/blockchain.js and src/services/notarization.service.js. Verification UI: https://github.com/sloweyyy/Trustify-Frontend/blob/main/docs/design/screenshots/final/states/public-verify-record-desktop.png. Files are uploaded off-chain to IPFS/Pinata and metadata references are minted on Solana devnet. NFT possession/metadata is not proof of legal validity or complete confidentiality.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against frontend package.json/README and backend package.json, src/config/blockchain.js, src/services/chatbot.service.js and src/services/payment.service.js. Source: https://github.com/sloweyyy/Trustify-Frontend and https://github.com/sloweyyy/Trustify-Backend. Gemini supplies procedural guidance, not implemented document generation. PayOS is the implemented payment gateway, not crypto checkout.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Award names, issuers and dates supplied by the project owner and verified against their existing public LinkedIn Honors entries. https://www.linkedin.com/in/sloweyne/details/honors/. First Prize: Youth Union–Student Association, Faculty of Computer Science and Engineering, International University–VNUHCM, May2025. Top30: VBI Academy, January2025. Hackathon recognition is not evidence of commercial traction or a regulatory endorsement.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commercial model only. No pricing, paying customers, revenue, funding, market size or validated willingness to pay is claimed. Fee design needs review with licensed notary offices and applicable rules before any offer.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Forward-looking proposal, not a delivery promise or completed certification. No pilot agreements, user-research findings, regulated signing integrations, mainnet launch or commercial scale are claimed. Source for present capabilities: repo README and docs/design/final/README.md.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to action proposes discussions with licensed notary offices and product/security reviewers. No existing partnerships or endorsements implied. Demo: https://trustify-notary.vercel.app. Contact: https://www.linkedin.com/in/sloweyne/. Source: https://github.com/sloweyyy/Trustify-Frontend and https://github.com/sloweyyy/Trustify-Backend. Deck updated25October2026.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565454b2154ee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52310ce1acb403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78e330c0e341d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0b84522f72442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7ef299a88fa42b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bc0fcf5de1546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9CCF2A-A17E-4EF6-9126-B10885B0C3E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F274FB-EBEC-4C34-A2AF-79BDAACD79B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56BF64-1018-4549-87CD-48652E3C07F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EDD006-9D1D-4AF0-92D4-564D972FE5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8AFE06-9671-4C4B-931F-AAE6B52B9AF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86F02F1-D15E-42D8-8AF3-0CBB50213C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B14FB0-48BF-42F4-92C5-9BDCF5DCBA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4070C1-D437-4867-A4A2-FE71A19914C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76FEE4-7C36-4419-AE75-774AF6F886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6766D27-6CE1-4145-9681-9346D1E58B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c03e01dc38f4be6" /><Relationship Type="http://schemas.openxmlformats.org/officeDocument/2006/relationships/slideLayout" Target="/ppt/slideLayouts/slideLayout1.xml" Id="Rdf1c2a7d3b6c4cdb" /><Relationship Type="http://schemas.openxmlformats.org/officeDocument/2006/relationships/slideLayout" Target="/ppt/slideLayouts/slideLayout2.xml" Id="R076f7a793bbf41f9" /><Relationship Type="http://schemas.openxmlformats.org/officeDocument/2006/relationships/slideLayout" Target="/ppt/slideLayouts/slideLayout3.xml" Id="R33f0eb1b5b4e4090" /><Relationship Type="http://schemas.openxmlformats.org/officeDocument/2006/relationships/slideLayout" Target="/ppt/slideLayouts/slideLayout4.xml" Id="R3e559156601f4c70" /><Relationship Type="http://schemas.openxmlformats.org/officeDocument/2006/relationships/slideLayout" Target="/ppt/slideLayouts/slideLayout5.xml" Id="Rf381511bb5e642f8" /><Relationship Type="http://schemas.openxmlformats.org/officeDocument/2006/relationships/slideLayout" Target="/ppt/slideLayouts/slideLayout6.xml" Id="R636e4d5300ce41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1c2a7d3b6c4cdb"/>
    <p:sldLayoutId xmlns:r="http://schemas.openxmlformats.org/officeDocument/2006/relationships" id="2147483650" r:id="R076f7a793bbf41f9"/>
    <p:sldLayoutId xmlns:r="http://schemas.openxmlformats.org/officeDocument/2006/relationships" id="2147483651" r:id="R33f0eb1b5b4e4090"/>
    <p:sldLayoutId xmlns:r="http://schemas.openxmlformats.org/officeDocument/2006/relationships" id="2147483652" r:id="R3e559156601f4c70"/>
    <p:sldLayoutId xmlns:r="http://schemas.openxmlformats.org/officeDocument/2006/relationships" id="2147483653" r:id="Rf381511bb5e642f8"/>
    <p:sldLayoutId xmlns:r="http://schemas.openxmlformats.org/officeDocument/2006/relationships" id="2147483654" r:id="R636e4d5300ce41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e86d250478b4f42" /><Relationship Type="http://schemas.openxmlformats.org/officeDocument/2006/relationships/image" Target="/ppt/media/image.png" Id="R6dd0fd3a8acf4980" /><Relationship Type="http://schemas.openxmlformats.org/officeDocument/2006/relationships/image" Target="/ppt/media/image.svg" Id="Rd6e650ec409241f2" /><Relationship Type="http://schemas.openxmlformats.org/officeDocument/2006/relationships/image" Target="/ppt/media/image2.png" Id="R278a38571523445d" /><Relationship Type="http://schemas.openxmlformats.org/officeDocument/2006/relationships/notesSlide" Target="/ppt/notesSlides/notesSlide1.xml" Id="R48606e3e36ab43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a412f85bb58429a" /><Relationship Type="http://schemas.openxmlformats.org/officeDocument/2006/relationships/image" Target="/ppt/media/image3.png" Id="Rc53f9bac80694003" /><Relationship Type="http://schemas.openxmlformats.org/officeDocument/2006/relationships/image" Target="/ppt/media/image2.svg" Id="Ra471ff74c4844b00" /><Relationship Type="http://schemas.openxmlformats.org/officeDocument/2006/relationships/notesSlide" Target="/ppt/notesSlides/notesSlide2.xml" Id="R41fff6c2347a47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2a45f186b0049ae" /><Relationship Type="http://schemas.openxmlformats.org/officeDocument/2006/relationships/image" Target="/ppt/media/image4.png" Id="Rcc838be27d8e47e1" /><Relationship Type="http://schemas.openxmlformats.org/officeDocument/2006/relationships/image" Target="/ppt/media/image3.svg" Id="Rd2673f81554948d2" /><Relationship Type="http://schemas.openxmlformats.org/officeDocument/2006/relationships/notesSlide" Target="/ppt/notesSlides/notesSlide3.xml" Id="Rd7f36d262cda43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5fd327867944818" /><Relationship Type="http://schemas.openxmlformats.org/officeDocument/2006/relationships/image" Target="/ppt/media/image5.png" Id="R2b76128c47424cfa" /><Relationship Type="http://schemas.openxmlformats.org/officeDocument/2006/relationships/image" Target="/ppt/media/image4.svg" Id="R3d0bc4c5c47c4f61" /><Relationship Type="http://schemas.openxmlformats.org/officeDocument/2006/relationships/image" Target="/ppt/media/image6.png" Id="Rdf1a6ceaaa0a40e6" /><Relationship Type="http://schemas.openxmlformats.org/officeDocument/2006/relationships/notesSlide" Target="/ppt/notesSlides/notesSlide4.xml" Id="R0fcfaa86d40441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f2ce3f4b6144e19" /><Relationship Type="http://schemas.openxmlformats.org/officeDocument/2006/relationships/image" Target="/ppt/media/image7.png" Id="R2267f7090f6842ae" /><Relationship Type="http://schemas.openxmlformats.org/officeDocument/2006/relationships/image" Target="/ppt/media/image5.svg" Id="R5856cdae123e4802" /><Relationship Type="http://schemas.openxmlformats.org/officeDocument/2006/relationships/image" Target="/ppt/media/image8.png" Id="R1697506f61d04ee5" /><Relationship Type="http://schemas.openxmlformats.org/officeDocument/2006/relationships/image" Target="/ppt/media/image9.png" Id="R9cfbb7befc88416f" /><Relationship Type="http://schemas.openxmlformats.org/officeDocument/2006/relationships/notesSlide" Target="/ppt/notesSlides/notesSlide5.xml" Id="R968ef864ca2449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ef20d752c64cbf" /><Relationship Type="http://schemas.openxmlformats.org/officeDocument/2006/relationships/image" Target="/ppt/media/image10.png" Id="Rf9d89929c4fd4b45" /><Relationship Type="http://schemas.openxmlformats.org/officeDocument/2006/relationships/image" Target="/ppt/media/image6.svg" Id="Rc37eb143ad8f477d" /><Relationship Type="http://schemas.openxmlformats.org/officeDocument/2006/relationships/image" Target="/ppt/media/image11.png" Id="Reb9e9007d2194223" /><Relationship Type="http://schemas.openxmlformats.org/officeDocument/2006/relationships/notesSlide" Target="/ppt/notesSlides/notesSlide6.xml" Id="Ra48e0ebcc17641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665f019b0f04ffd" /><Relationship Type="http://schemas.openxmlformats.org/officeDocument/2006/relationships/image" Target="/ppt/media/image12.png" Id="R9cbe5ebb9e5e4542" /><Relationship Type="http://schemas.openxmlformats.org/officeDocument/2006/relationships/image" Target="/ppt/media/image7.svg" Id="Rc83c964b43e344df" /><Relationship Type="http://schemas.openxmlformats.org/officeDocument/2006/relationships/image" Target="/ppt/media/image13.png" Id="Rbe5c7adbdd784120" /><Relationship Type="http://schemas.openxmlformats.org/officeDocument/2006/relationships/notesSlide" Target="/ppt/notesSlides/notesSlide7.xml" Id="Rc1e238ab21fa40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4c63763087481b" /><Relationship Type="http://schemas.openxmlformats.org/officeDocument/2006/relationships/image" Target="/ppt/media/image14.png" Id="Rb234f6e9681240a5" /><Relationship Type="http://schemas.openxmlformats.org/officeDocument/2006/relationships/image" Target="/ppt/media/image8.svg" Id="Rb2bd85ffcb8a4b94" /><Relationship Type="http://schemas.openxmlformats.org/officeDocument/2006/relationships/notesSlide" Target="/ppt/notesSlides/notesSlide8.xml" Id="R77709760aa2b47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58907bb25444d41" /><Relationship Type="http://schemas.openxmlformats.org/officeDocument/2006/relationships/image" Target="/ppt/media/image15.png" Id="R7bc63ecb8abb424b" /><Relationship Type="http://schemas.openxmlformats.org/officeDocument/2006/relationships/image" Target="/ppt/media/image9.svg" Id="Rb592af37e0e0459d" /><Relationship Type="http://schemas.openxmlformats.org/officeDocument/2006/relationships/notesSlide" Target="/ppt/notesSlides/notesSlide9.xml" Id="R7a26247e9aea4d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26ac76dae1e4635" /><Relationship Type="http://schemas.openxmlformats.org/officeDocument/2006/relationships/image" Target="/ppt/media/image16.png" Id="R02270c1a0e9d473d" /><Relationship Type="http://schemas.openxmlformats.org/officeDocument/2006/relationships/image" Target="/ppt/media/image10.svg" Id="Rb8fcf3860eb943e3" /><Relationship Type="http://schemas.openxmlformats.org/officeDocument/2006/relationships/notesSlide" Target="/ppt/notesSlides/notesSlide10.xml" Id="R1100d170ed4948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239753d677343e5" /><Relationship Type="http://schemas.openxmlformats.org/officeDocument/2006/relationships/image" Target="/ppt/media/image17.png" Id="Rc10e2fcc32224dc5" /><Relationship Type="http://schemas.openxmlformats.org/officeDocument/2006/relationships/image" Target="/ppt/media/image11.svg" Id="R6acf40bddba4411e" /><Relationship Type="http://schemas.openxmlformats.org/officeDocument/2006/relationships/notesSlide" Target="/ppt/notesSlides/notesSlide11.xml" Id="Rde238fe8e7324e1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93713df56ce4bb1" /><Relationship Type="http://schemas.openxmlformats.org/officeDocument/2006/relationships/image" Target="/ppt/media/image18.png" Id="R969f619179784f36" /><Relationship Type="http://schemas.openxmlformats.org/officeDocument/2006/relationships/image" Target="/ppt/media/image12.svg" Id="Re314c1b62f324d2e" /><Relationship Type="http://schemas.openxmlformats.org/officeDocument/2006/relationships/notesSlide" Target="/ppt/notesSlides/notesSlide12.xml" Id="Rc1a2bb9a479b448c" /></Relationships>
</file>

<file path=ppt/slides/slide1.xml><?xml version="1.0" encoding="utf-8"?>
<p:sld xmlns:p="http://schemas.openxmlformats.org/presentationml/2006/main">
  <p:cSld>
    <p:bg>
      <p:bgPr>
        <a:solidFill xmlns:a="http://schemas.openxmlformats.org/drawingml/2006/main">
          <a:srgbClr val="74142A"/>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4C6276B-5493-41D2-883A-EA031F2021DD}"/>
              </a:ext>
            </a:extLst>
          </p:cNvPr>
          <p:cNvPicPr>
            <a:picLocks xmlns:a="http://schemas.openxmlformats.org/drawingml/2006/main" noChangeAspect="1"/>
          </p:cNvPicPr>
          <p:nvPr/>
        </p:nvPicPr>
        <p:blipFill>
          <a:blip xmlns:r="http://schemas.openxmlformats.org/officeDocument/2006/relationships" xmlns:a="http://schemas.openxmlformats.org/drawingml/2006/main" r:embed="R6dd0fd3a8acf4980">
            <a:extLst>
              <a:ext uri="{96DAC541-7B7A-43D3-8B79-37D633B846F1}">
                <asvg:svgBlip xmlns:asvg="http://schemas.microsoft.com/office/drawing/2016/SVG/main" r:embed="Rd6e650ec409241f2"/>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page">
            <a:extLst xmlns:a="http://schemas.openxmlformats.org/drawingml/2006/main">
              <a:ext uri="{FF2B5EF4-FFF2-40B4-BE49-F238E27FC236}">
                <a16:creationId xmlns:a16="http://schemas.microsoft.com/office/drawing/2014/main" id="{B129955E-698D-49E6-9315-672846C1B73A}"/>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F1DCE2"/>
                </a:solidFill>
                <a:latin typeface="Be Vietnam Pro"/>
                <a:ea typeface="Be Vietnam Pro"/>
                <a:cs typeface="Be Vietnam Pro"/>
              </a:defRPr>
            </a:defPPr>
            <a:lvl1pPr>
              <a:defRPr sz="1200">
                <a:solidFill>
                  <a:srgbClr val="F1DCE2"/>
                </a:solidFill>
                <a:latin typeface="Be Vietnam Pro"/>
                <a:ea typeface="Be Vietnam Pro"/>
                <a:cs typeface="Be Vietnam Pro"/>
              </a:defRPr>
            </a:lvl1pPr>
            <a:lvl2pPr>
              <a:defRPr sz="1200">
                <a:solidFill>
                  <a:srgbClr val="F1DCE2"/>
                </a:solidFill>
                <a:latin typeface="Be Vietnam Pro"/>
                <a:ea typeface="Be Vietnam Pro"/>
                <a:cs typeface="Be Vietnam Pro"/>
              </a:defRPr>
            </a:lvl2pPr>
            <a:lvl3pPr>
              <a:defRPr sz="1200">
                <a:solidFill>
                  <a:srgbClr val="F1DCE2"/>
                </a:solidFill>
                <a:latin typeface="Be Vietnam Pro"/>
                <a:ea typeface="Be Vietnam Pro"/>
                <a:cs typeface="Be Vietnam Pro"/>
              </a:defRPr>
            </a:lvl3pPr>
            <a:lvl4pPr>
              <a:defRPr sz="1200">
                <a:solidFill>
                  <a:srgbClr val="F1DCE2"/>
                </a:solidFill>
                <a:latin typeface="Be Vietnam Pro"/>
                <a:ea typeface="Be Vietnam Pro"/>
                <a:cs typeface="Be Vietnam Pro"/>
              </a:defRPr>
            </a:lvl4pPr>
            <a:lvl5pPr>
              <a:defRPr sz="1200">
                <a:solidFill>
                  <a:srgbClr val="F1DCE2"/>
                </a:solidFill>
                <a:latin typeface="Be Vietnam Pro"/>
                <a:ea typeface="Be Vietnam Pro"/>
                <a:cs typeface="Be Vietnam Pro"/>
              </a:defRPr>
            </a:lvl5pPr>
            <a:lvl6pPr>
              <a:defRPr sz="1200">
                <a:solidFill>
                  <a:srgbClr val="F1DCE2"/>
                </a:solidFill>
                <a:latin typeface="Be Vietnam Pro"/>
                <a:ea typeface="Be Vietnam Pro"/>
                <a:cs typeface="Be Vietnam Pro"/>
              </a:defRPr>
            </a:lvl6pPr>
            <a:lvl7pPr>
              <a:defRPr sz="1200">
                <a:solidFill>
                  <a:srgbClr val="F1DCE2"/>
                </a:solidFill>
                <a:latin typeface="Be Vietnam Pro"/>
                <a:ea typeface="Be Vietnam Pro"/>
                <a:cs typeface="Be Vietnam Pro"/>
              </a:defRPr>
            </a:lvl7pPr>
            <a:lvl8pPr>
              <a:defRPr sz="1200">
                <a:solidFill>
                  <a:srgbClr val="F1DCE2"/>
                </a:solidFill>
                <a:latin typeface="Be Vietnam Pro"/>
                <a:ea typeface="Be Vietnam Pro"/>
                <a:cs typeface="Be Vietnam Pro"/>
              </a:defRPr>
            </a:lvl8pPr>
            <a:lvl9pPr>
              <a:defRPr sz="1200">
                <a:solidFill>
                  <a:srgbClr val="F1DCE2"/>
                </a:solidFill>
                <a:latin typeface="Be Vietnam Pro"/>
                <a:ea typeface="Be Vietnam Pro"/>
                <a:cs typeface="Be Vietnam Pro"/>
              </a:defRPr>
            </a:lvl9pPr>
          </a:lstStyle>
          <a:p xmlns:a="http://schemas.openxmlformats.org/drawingml/2006/main">
            <a:pPr>
              <a:defRPr sz="1200">
                <a:solidFill>
                  <a:srgbClr val="F1DCE2"/>
                </a:solidFill>
                <a:latin typeface="Be Vietnam Pro"/>
                <a:ea typeface="Be Vietnam Pro"/>
                <a:cs typeface="Be Vietnam Pro"/>
              </a:defRPr>
            </a:pPr>
            <a:r>
              <a:rPr sz="1200">
                <a:solidFill>
                  <a:srgbClr val="F1DCE2"/>
                </a:solidFill>
                <a:latin typeface="Be Vietnam Pro"/>
                <a:ea typeface="Be Vietnam Pro"/>
                <a:cs typeface="Be Vietnam Pro"/>
              </a:rPr>
              <a:t>01</a:t>
            </a:r>
          </a:p>
        </p:txBody>
      </p:sp>
      <p:sp>
        <p:nvSpPr>
          <p:cNvPr id="3" name="title">
            <a:extLst xmlns:a="http://schemas.openxmlformats.org/drawingml/2006/main">
              <a:ext uri="{FF2B5EF4-FFF2-40B4-BE49-F238E27FC236}">
                <a16:creationId xmlns:a16="http://schemas.microsoft.com/office/drawing/2014/main" id="{9120E431-7563-4183-80FC-AB63D147CEE6}"/>
              </a:ext>
            </a:extLst>
          </p:cNvPr>
          <p:cNvSpPr>
            <a:spLocks xmlns:a="http://schemas.openxmlformats.org/drawingml/2006/main" noGrp="1"/>
          </p:cNvSpPr>
          <p:nvPr/>
        </p:nvSpPr>
        <p:spPr>
          <a:xfrm xmlns:a="http://schemas.openxmlformats.org/drawingml/2006/main">
            <a:off x="609600" y="1333500"/>
            <a:ext cx="504825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500" b="1">
                <a:solidFill>
                  <a:srgbClr val="FFFFFF"/>
                </a:solidFill>
                <a:latin typeface="Be Vietnam Pro"/>
                <a:ea typeface="Be Vietnam Pro"/>
                <a:cs typeface="Be Vietnam Pro"/>
              </a:defRPr>
            </a:defPPr>
            <a:lvl1pPr>
              <a:defRPr sz="4500" b="1">
                <a:solidFill>
                  <a:srgbClr val="FFFFFF"/>
                </a:solidFill>
                <a:latin typeface="Be Vietnam Pro"/>
                <a:ea typeface="Be Vietnam Pro"/>
                <a:cs typeface="Be Vietnam Pro"/>
              </a:defRPr>
            </a:lvl1pPr>
            <a:lvl2pPr>
              <a:defRPr sz="4500" b="1">
                <a:solidFill>
                  <a:srgbClr val="FFFFFF"/>
                </a:solidFill>
                <a:latin typeface="Be Vietnam Pro"/>
                <a:ea typeface="Be Vietnam Pro"/>
                <a:cs typeface="Be Vietnam Pro"/>
              </a:defRPr>
            </a:lvl2pPr>
            <a:lvl3pPr>
              <a:defRPr sz="4500" b="1">
                <a:solidFill>
                  <a:srgbClr val="FFFFFF"/>
                </a:solidFill>
                <a:latin typeface="Be Vietnam Pro"/>
                <a:ea typeface="Be Vietnam Pro"/>
                <a:cs typeface="Be Vietnam Pro"/>
              </a:defRPr>
            </a:lvl3pPr>
            <a:lvl4pPr>
              <a:defRPr sz="4500" b="1">
                <a:solidFill>
                  <a:srgbClr val="FFFFFF"/>
                </a:solidFill>
                <a:latin typeface="Be Vietnam Pro"/>
                <a:ea typeface="Be Vietnam Pro"/>
                <a:cs typeface="Be Vietnam Pro"/>
              </a:defRPr>
            </a:lvl4pPr>
            <a:lvl5pPr>
              <a:defRPr sz="4500" b="1">
                <a:solidFill>
                  <a:srgbClr val="FFFFFF"/>
                </a:solidFill>
                <a:latin typeface="Be Vietnam Pro"/>
                <a:ea typeface="Be Vietnam Pro"/>
                <a:cs typeface="Be Vietnam Pro"/>
              </a:defRPr>
            </a:lvl5pPr>
            <a:lvl6pPr>
              <a:defRPr sz="4500" b="1">
                <a:solidFill>
                  <a:srgbClr val="FFFFFF"/>
                </a:solidFill>
                <a:latin typeface="Be Vietnam Pro"/>
                <a:ea typeface="Be Vietnam Pro"/>
                <a:cs typeface="Be Vietnam Pro"/>
              </a:defRPr>
            </a:lvl6pPr>
            <a:lvl7pPr>
              <a:defRPr sz="4500" b="1">
                <a:solidFill>
                  <a:srgbClr val="FFFFFF"/>
                </a:solidFill>
                <a:latin typeface="Be Vietnam Pro"/>
                <a:ea typeface="Be Vietnam Pro"/>
                <a:cs typeface="Be Vietnam Pro"/>
              </a:defRPr>
            </a:lvl7pPr>
            <a:lvl8pPr>
              <a:defRPr sz="4500" b="1">
                <a:solidFill>
                  <a:srgbClr val="FFFFFF"/>
                </a:solidFill>
                <a:latin typeface="Be Vietnam Pro"/>
                <a:ea typeface="Be Vietnam Pro"/>
                <a:cs typeface="Be Vietnam Pro"/>
              </a:defRPr>
            </a:lvl8pPr>
            <a:lvl9pPr>
              <a:defRPr sz="4500" b="1">
                <a:solidFill>
                  <a:srgbClr val="FFFFFF"/>
                </a:solidFill>
                <a:latin typeface="Be Vietnam Pro"/>
                <a:ea typeface="Be Vietnam Pro"/>
                <a:cs typeface="Be Vietnam Pro"/>
              </a:defRPr>
            </a:lvl9pPr>
          </a:lstStyle>
          <a:p xmlns:a="http://schemas.openxmlformats.org/drawingml/2006/main">
            <a:pPr>
              <a:lnSpc>
                <a:spcPct val="116000"/>
              </a:lnSpc>
              <a:buNone/>
              <a:defRPr sz="4500" b="1">
                <a:solidFill>
                  <a:srgbClr val="FFFFFF"/>
                </a:solidFill>
                <a:latin typeface="Be Vietnam Pro"/>
                <a:ea typeface="Be Vietnam Pro"/>
                <a:cs typeface="Be Vietnam Pro"/>
              </a:defRPr>
            </a:pPr>
            <a:r>
              <a:rPr sz="4500" b="1">
                <a:solidFill>
                  <a:srgbClr val="FFFFFF"/>
                </a:solidFill>
                <a:latin typeface="Be Vietnam Pro"/>
                <a:ea typeface="Be Vietnam Pro"/>
                <a:cs typeface="Be Vietnam Pro"/>
              </a:rPr>
              <a:t>Online</a:t>
            </a:r>
          </a:p>
          <a:p xmlns:a="http://schemas.openxmlformats.org/drawingml/2006/main">
            <a:pPr>
              <a:lnSpc>
                <a:spcPct val="116000"/>
              </a:lnSpc>
              <a:buNone/>
              <a:defRPr sz="4500" b="1">
                <a:solidFill>
                  <a:srgbClr val="FFFFFF"/>
                </a:solidFill>
                <a:latin typeface="Be Vietnam Pro"/>
                <a:ea typeface="Be Vietnam Pro"/>
                <a:cs typeface="Be Vietnam Pro"/>
              </a:defRPr>
            </a:pPr>
            <a:r>
              <a:rPr sz="4500" b="1">
                <a:solidFill>
                  <a:srgbClr val="FFFFFF"/>
                </a:solidFill>
                <a:latin typeface="Be Vietnam Pro"/>
                <a:ea typeface="Be Vietnam Pro"/>
                <a:cs typeface="Be Vietnam Pro"/>
              </a:rPr>
              <a:t>notarization</a:t>
            </a:r>
          </a:p>
          <a:p xmlns:a="http://schemas.openxmlformats.org/drawingml/2006/main">
            <a:pPr>
              <a:lnSpc>
                <a:spcPct val="116000"/>
              </a:lnSpc>
              <a:buNone/>
              <a:defRPr sz="4500" b="1">
                <a:solidFill>
                  <a:srgbClr val="FFFFFF"/>
                </a:solidFill>
                <a:latin typeface="Be Vietnam Pro"/>
                <a:ea typeface="Be Vietnam Pro"/>
                <a:cs typeface="Be Vietnam Pro"/>
              </a:defRPr>
            </a:pPr>
            <a:r>
              <a:rPr sz="4500" b="1">
                <a:solidFill>
                  <a:srgbClr val="FFFFFF"/>
                </a:solidFill>
                <a:latin typeface="Be Vietnam Pro"/>
                <a:ea typeface="Be Vietnam Pro"/>
                <a:cs typeface="Be Vietnam Pro"/>
              </a:rPr>
              <a:t>for Vietnam</a:t>
            </a:r>
          </a:p>
        </p:txBody>
      </p:sp>
      <p:sp>
        <p:nvSpPr>
          <p:cNvPr id="4" name="body">
            <a:extLst xmlns:a="http://schemas.openxmlformats.org/drawingml/2006/main">
              <a:ext uri="{FF2B5EF4-FFF2-40B4-BE49-F238E27FC236}">
                <a16:creationId xmlns:a16="http://schemas.microsoft.com/office/drawing/2014/main" id="{51BEFC86-4B8F-4E65-89F5-C3D9C1B55F1C}"/>
              </a:ext>
            </a:extLst>
          </p:cNvPr>
          <p:cNvSpPr>
            <a:spLocks xmlns:a="http://schemas.openxmlformats.org/drawingml/2006/main" noGrp="1"/>
          </p:cNvSpPr>
          <p:nvPr/>
        </p:nvSpPr>
        <p:spPr>
          <a:xfrm xmlns:a="http://schemas.openxmlformats.org/drawingml/2006/main">
            <a:off x="609600" y="425767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F1DCE2"/>
                </a:solidFill>
                <a:latin typeface="Be Vietnam Pro"/>
                <a:ea typeface="Be Vietnam Pro"/>
                <a:cs typeface="Be Vietnam Pro"/>
              </a:defRPr>
            </a:defPPr>
            <a:lvl1pPr>
              <a:defRPr sz="2175" b="0">
                <a:solidFill>
                  <a:srgbClr val="F1DCE2"/>
                </a:solidFill>
                <a:latin typeface="Be Vietnam Pro"/>
                <a:ea typeface="Be Vietnam Pro"/>
                <a:cs typeface="Be Vietnam Pro"/>
              </a:defRPr>
            </a:lvl1pPr>
            <a:lvl2pPr>
              <a:defRPr sz="2175" b="0">
                <a:solidFill>
                  <a:srgbClr val="F1DCE2"/>
                </a:solidFill>
                <a:latin typeface="Be Vietnam Pro"/>
                <a:ea typeface="Be Vietnam Pro"/>
                <a:cs typeface="Be Vietnam Pro"/>
              </a:defRPr>
            </a:lvl2pPr>
            <a:lvl3pPr>
              <a:defRPr sz="2175" b="0">
                <a:solidFill>
                  <a:srgbClr val="F1DCE2"/>
                </a:solidFill>
                <a:latin typeface="Be Vietnam Pro"/>
                <a:ea typeface="Be Vietnam Pro"/>
                <a:cs typeface="Be Vietnam Pro"/>
              </a:defRPr>
            </a:lvl3pPr>
            <a:lvl4pPr>
              <a:defRPr sz="2175" b="0">
                <a:solidFill>
                  <a:srgbClr val="F1DCE2"/>
                </a:solidFill>
                <a:latin typeface="Be Vietnam Pro"/>
                <a:ea typeface="Be Vietnam Pro"/>
                <a:cs typeface="Be Vietnam Pro"/>
              </a:defRPr>
            </a:lvl4pPr>
            <a:lvl5pPr>
              <a:defRPr sz="2175" b="0">
                <a:solidFill>
                  <a:srgbClr val="F1DCE2"/>
                </a:solidFill>
                <a:latin typeface="Be Vietnam Pro"/>
                <a:ea typeface="Be Vietnam Pro"/>
                <a:cs typeface="Be Vietnam Pro"/>
              </a:defRPr>
            </a:lvl5pPr>
            <a:lvl6pPr>
              <a:defRPr sz="2175" b="0">
                <a:solidFill>
                  <a:srgbClr val="F1DCE2"/>
                </a:solidFill>
                <a:latin typeface="Be Vietnam Pro"/>
                <a:ea typeface="Be Vietnam Pro"/>
                <a:cs typeface="Be Vietnam Pro"/>
              </a:defRPr>
            </a:lvl6pPr>
            <a:lvl7pPr>
              <a:defRPr sz="2175" b="0">
                <a:solidFill>
                  <a:srgbClr val="F1DCE2"/>
                </a:solidFill>
                <a:latin typeface="Be Vietnam Pro"/>
                <a:ea typeface="Be Vietnam Pro"/>
                <a:cs typeface="Be Vietnam Pro"/>
              </a:defRPr>
            </a:lvl7pPr>
            <a:lvl8pPr>
              <a:defRPr sz="2175" b="0">
                <a:solidFill>
                  <a:srgbClr val="F1DCE2"/>
                </a:solidFill>
                <a:latin typeface="Be Vietnam Pro"/>
                <a:ea typeface="Be Vietnam Pro"/>
                <a:cs typeface="Be Vietnam Pro"/>
              </a:defRPr>
            </a:lvl8pPr>
            <a:lvl9pPr>
              <a:defRPr sz="2175" b="0">
                <a:solidFill>
                  <a:srgbClr val="F1DCE2"/>
                </a:solidFill>
                <a:latin typeface="Be Vietnam Pro"/>
                <a:ea typeface="Be Vietnam Pro"/>
                <a:cs typeface="Be Vietnam Pro"/>
              </a:defRPr>
            </a:lvl9pPr>
          </a:lstStyle>
          <a:p xmlns:a="http://schemas.openxmlformats.org/drawingml/2006/main">
            <a:pPr>
              <a:lnSpc>
                <a:spcPct val="116000"/>
              </a:lnSpc>
              <a:buNone/>
              <a:defRPr sz="2175" b="0">
                <a:solidFill>
                  <a:srgbClr val="F1DCE2"/>
                </a:solidFill>
                <a:latin typeface="Be Vietnam Pro"/>
                <a:ea typeface="Be Vietnam Pro"/>
                <a:cs typeface="Be Vietnam Pro"/>
              </a:defRPr>
            </a:pPr>
            <a:r>
              <a:rPr sz="2175" b="0">
                <a:solidFill>
                  <a:srgbClr val="F1DCE2"/>
                </a:solidFill>
                <a:latin typeface="Be Vietnam Pro"/>
                <a:ea typeface="Be Vietnam Pro"/>
                <a:cs typeface="Be Vietnam Pro"/>
              </a:rPr>
              <a:t>One workflow for applicants</a:t>
            </a:r>
          </a:p>
          <a:p xmlns:a="http://schemas.openxmlformats.org/drawingml/2006/main">
            <a:pPr>
              <a:lnSpc>
                <a:spcPct val="116000"/>
              </a:lnSpc>
              <a:buNone/>
              <a:defRPr sz="2175" b="0">
                <a:solidFill>
                  <a:srgbClr val="F1DCE2"/>
                </a:solidFill>
                <a:latin typeface="Be Vietnam Pro"/>
                <a:ea typeface="Be Vietnam Pro"/>
                <a:cs typeface="Be Vietnam Pro"/>
              </a:defRPr>
            </a:pPr>
            <a:r>
              <a:rPr sz="2175" b="0">
                <a:solidFill>
                  <a:srgbClr val="F1DCE2"/>
                </a:solidFill>
                <a:latin typeface="Be Vietnam Pro"/>
                <a:ea typeface="Be Vietnam Pro"/>
                <a:cs typeface="Be Vietnam Pro"/>
              </a:rPr>
              <a:t>and notary offices.</a:t>
            </a:r>
          </a:p>
        </p:txBody>
      </p:sp>
      <p:sp>
        <p:nvSpPr>
          <p:cNvPr id="5" name="body">
            <a:extLst xmlns:a="http://schemas.openxmlformats.org/drawingml/2006/main">
              <a:ext uri="{FF2B5EF4-FFF2-40B4-BE49-F238E27FC236}">
                <a16:creationId xmlns:a16="http://schemas.microsoft.com/office/drawing/2014/main" id="{8CC44245-3DBB-4611-AA6E-907691CD4A26}"/>
              </a:ext>
            </a:extLst>
          </p:cNvPr>
          <p:cNvSpPr>
            <a:spLocks xmlns:a="http://schemas.openxmlformats.org/drawingml/2006/main" noGrp="1"/>
          </p:cNvSpPr>
          <p:nvPr/>
        </p:nvSpPr>
        <p:spPr>
          <a:xfrm xmlns:a="http://schemas.openxmlformats.org/drawingml/2006/main">
            <a:off x="609600" y="5476875"/>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F1DCE2"/>
                </a:solidFill>
                <a:latin typeface="Be Vietnam Pro"/>
                <a:ea typeface="Be Vietnam Pro"/>
                <a:cs typeface="Be Vietnam Pro"/>
              </a:defRPr>
            </a:defPPr>
            <a:lvl1pPr>
              <a:defRPr sz="1425" b="0">
                <a:solidFill>
                  <a:srgbClr val="F1DCE2"/>
                </a:solidFill>
                <a:latin typeface="Be Vietnam Pro"/>
                <a:ea typeface="Be Vietnam Pro"/>
                <a:cs typeface="Be Vietnam Pro"/>
              </a:defRPr>
            </a:lvl1pPr>
            <a:lvl2pPr>
              <a:defRPr sz="1425" b="0">
                <a:solidFill>
                  <a:srgbClr val="F1DCE2"/>
                </a:solidFill>
                <a:latin typeface="Be Vietnam Pro"/>
                <a:ea typeface="Be Vietnam Pro"/>
                <a:cs typeface="Be Vietnam Pro"/>
              </a:defRPr>
            </a:lvl2pPr>
            <a:lvl3pPr>
              <a:defRPr sz="1425" b="0">
                <a:solidFill>
                  <a:srgbClr val="F1DCE2"/>
                </a:solidFill>
                <a:latin typeface="Be Vietnam Pro"/>
                <a:ea typeface="Be Vietnam Pro"/>
                <a:cs typeface="Be Vietnam Pro"/>
              </a:defRPr>
            </a:lvl3pPr>
            <a:lvl4pPr>
              <a:defRPr sz="1425" b="0">
                <a:solidFill>
                  <a:srgbClr val="F1DCE2"/>
                </a:solidFill>
                <a:latin typeface="Be Vietnam Pro"/>
                <a:ea typeface="Be Vietnam Pro"/>
                <a:cs typeface="Be Vietnam Pro"/>
              </a:defRPr>
            </a:lvl4pPr>
            <a:lvl5pPr>
              <a:defRPr sz="1425" b="0">
                <a:solidFill>
                  <a:srgbClr val="F1DCE2"/>
                </a:solidFill>
                <a:latin typeface="Be Vietnam Pro"/>
                <a:ea typeface="Be Vietnam Pro"/>
                <a:cs typeface="Be Vietnam Pro"/>
              </a:defRPr>
            </a:lvl5pPr>
            <a:lvl6pPr>
              <a:defRPr sz="1425" b="0">
                <a:solidFill>
                  <a:srgbClr val="F1DCE2"/>
                </a:solidFill>
                <a:latin typeface="Be Vietnam Pro"/>
                <a:ea typeface="Be Vietnam Pro"/>
                <a:cs typeface="Be Vietnam Pro"/>
              </a:defRPr>
            </a:lvl6pPr>
            <a:lvl7pPr>
              <a:defRPr sz="1425" b="0">
                <a:solidFill>
                  <a:srgbClr val="F1DCE2"/>
                </a:solidFill>
                <a:latin typeface="Be Vietnam Pro"/>
                <a:ea typeface="Be Vietnam Pro"/>
                <a:cs typeface="Be Vietnam Pro"/>
              </a:defRPr>
            </a:lvl7pPr>
            <a:lvl8pPr>
              <a:defRPr sz="1425" b="0">
                <a:solidFill>
                  <a:srgbClr val="F1DCE2"/>
                </a:solidFill>
                <a:latin typeface="Be Vietnam Pro"/>
                <a:ea typeface="Be Vietnam Pro"/>
                <a:cs typeface="Be Vietnam Pro"/>
              </a:defRPr>
            </a:lvl8pPr>
            <a:lvl9pPr>
              <a:defRPr sz="1425" b="0">
                <a:solidFill>
                  <a:srgbClr val="F1DCE2"/>
                </a:solidFill>
                <a:latin typeface="Be Vietnam Pro"/>
                <a:ea typeface="Be Vietnam Pro"/>
                <a:cs typeface="Be Vietnam Pro"/>
              </a:defRPr>
            </a:lvl9pPr>
          </a:lstStyle>
          <a:p xmlns:a="http://schemas.openxmlformats.org/drawingml/2006/main">
            <a:pPr>
              <a:lnSpc>
                <a:spcPct val="116000"/>
              </a:lnSpc>
              <a:buNone/>
              <a:defRPr sz="1425" b="0">
                <a:solidFill>
                  <a:srgbClr val="F1DCE2"/>
                </a:solidFill>
                <a:latin typeface="Be Vietnam Pro"/>
                <a:ea typeface="Be Vietnam Pro"/>
                <a:cs typeface="Be Vietnam Pro"/>
              </a:defRPr>
            </a:pPr>
            <a:r>
              <a:rPr sz="1425" b="0">
                <a:solidFill>
                  <a:srgbClr val="F1DCE2"/>
                </a:solidFill>
                <a:latin typeface="Be Vietnam Pro"/>
                <a:ea typeface="Be Vietnam Pro"/>
                <a:cs typeface="Be Vietnam Pro"/>
              </a:rPr>
              <a:t>Product pitch</a:t>
            </a:r>
          </a:p>
          <a:p xmlns:a="http://schemas.openxmlformats.org/drawingml/2006/main">
            <a:pPr>
              <a:lnSpc>
                <a:spcPct val="116000"/>
              </a:lnSpc>
              <a:buNone/>
              <a:defRPr sz="1425" b="0">
                <a:solidFill>
                  <a:srgbClr val="F1DCE2"/>
                </a:solidFill>
                <a:latin typeface="Be Vietnam Pro"/>
                <a:ea typeface="Be Vietnam Pro"/>
                <a:cs typeface="Be Vietnam Pro"/>
              </a:defRPr>
            </a:pPr>
            <a:r>
              <a:rPr sz="1425" b="0">
                <a:solidFill>
                  <a:srgbClr val="F1DCE2"/>
                </a:solidFill>
                <a:latin typeface="Be Vietnam Pro"/>
                <a:ea typeface="Be Vietnam Pro"/>
                <a:cs typeface="Be Vietnam Pro"/>
              </a:rPr>
              <a:t>October 2026</a:t>
            </a:r>
          </a:p>
        </p:txBody>
      </p:sp>
      <p:pic>
        <p:nvPicPr>
          <p:cNvPr id="6" name="">
            <a:extLst xmlns:a="http://schemas.openxmlformats.org/drawingml/2006/main">
              <a:ext uri="{FF2B5EF4-FFF2-40B4-BE49-F238E27FC236}">
                <a16:creationId xmlns:a16="http://schemas.microsoft.com/office/drawing/2014/main" id="{DE7FFC7B-69E1-42FC-B37D-6EE6982010E6}"/>
              </a:ext>
            </a:extLst>
          </p:cNvPr>
          <p:cNvPicPr>
            <a:picLocks xmlns:a="http://schemas.openxmlformats.org/drawingml/2006/main" noChangeAspect="1"/>
          </p:cNvPicPr>
          <p:nvPr/>
        </p:nvPicPr>
        <p:blipFill>
          <a:blip xmlns:r="http://schemas.openxmlformats.org/officeDocument/2006/relationships" xmlns:a="http://schemas.openxmlformats.org/drawingml/2006/main" r:embed="R278a38571523445d"/>
          <a:stretch xmlns:a="http://schemas.openxmlformats.org/drawingml/2006/main"/>
        </p:blipFill>
        <p:spPr>
          <a:xfrm xmlns:a="http://schemas.openxmlformats.org/drawingml/2006/main">
            <a:off x="6076950" y="1698360"/>
            <a:ext cx="5505450" cy="3823229"/>
          </a:xfrm>
          <a:prstGeom xmlns:a="http://schemas.openxmlformats.org/drawingml/2006/main" prst="rect">
            <a:avLst/>
          </a:prstGeom>
        </p:spPr>
      </p:pic>
    </p:spTree>
    <p:extLst>
      <p:ext uri="{BB962C8B-B14F-4D97-AF65-F5344CB8AC3E}">
        <p14:creationId xmlns:p14="http://schemas.microsoft.com/office/powerpoint/2010/main" val="1496176949"/>
      </p:ext>
    </p:extLst>
  </p:cSld>
</p:sld>
</file>

<file path=ppt/slides/slide2.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DB55480D-530E-456C-A9F7-5FC4A852C547}"/>
              </a:ext>
            </a:extLst>
          </p:cNvPr>
          <p:cNvPicPr>
            <a:picLocks xmlns:a="http://schemas.openxmlformats.org/drawingml/2006/main" noChangeAspect="1"/>
          </p:cNvPicPr>
          <p:nvPr/>
        </p:nvPicPr>
        <p:blipFill>
          <a:blip xmlns:r="http://schemas.openxmlformats.org/officeDocument/2006/relationships" xmlns:a="http://schemas.openxmlformats.org/drawingml/2006/main" r:embed="Rc53f9bac80694003">
            <a:extLst>
              <a:ext uri="{96DAC541-7B7A-43D3-8B79-37D633B846F1}">
                <asvg:svgBlip xmlns:asvg="http://schemas.microsoft.com/office/drawing/2016/SVG/main" r:embed="Ra471ff74c4844b00"/>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75ACD9C6-807F-4850-85CB-9070644ED563}"/>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Document work needs a visible next step</a:t>
            </a:r>
          </a:p>
        </p:txBody>
      </p:sp>
      <p:sp>
        <p:nvSpPr>
          <p:cNvPr id="3" name="page">
            <a:extLst xmlns:a="http://schemas.openxmlformats.org/drawingml/2006/main">
              <a:ext uri="{FF2B5EF4-FFF2-40B4-BE49-F238E27FC236}">
                <a16:creationId xmlns:a16="http://schemas.microsoft.com/office/drawing/2014/main" id="{49428A07-98A4-40BF-BA80-C7BD6BC7E031}"/>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02</a:t>
            </a:r>
          </a:p>
        </p:txBody>
      </p:sp>
      <p:sp>
        <p:nvSpPr>
          <p:cNvPr id="4" name="body">
            <a:extLst xmlns:a="http://schemas.openxmlformats.org/drawingml/2006/main">
              <a:ext uri="{FF2B5EF4-FFF2-40B4-BE49-F238E27FC236}">
                <a16:creationId xmlns:a16="http://schemas.microsoft.com/office/drawing/2014/main" id="{CFEF9770-C28F-4D74-9D7F-C9FCF14744DF}"/>
              </a:ext>
            </a:extLst>
          </p:cNvPr>
          <p:cNvSpPr>
            <a:spLocks xmlns:a="http://schemas.openxmlformats.org/drawingml/2006/main" noGrp="1"/>
          </p:cNvSpPr>
          <p:nvPr/>
        </p:nvSpPr>
        <p:spPr>
          <a:xfrm xmlns:a="http://schemas.openxmlformats.org/drawingml/2006/main">
            <a:off x="609600" y="2524125"/>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AA1D39"/>
                </a:solidFill>
                <a:latin typeface="Be Vietnam Pro"/>
                <a:ea typeface="Be Vietnam Pro"/>
                <a:cs typeface="Be Vietnam Pro"/>
              </a:defRPr>
            </a:defPPr>
            <a:lvl1pPr>
              <a:defRPr sz="3150" b="1">
                <a:solidFill>
                  <a:srgbClr val="AA1D39"/>
                </a:solidFill>
                <a:latin typeface="Be Vietnam Pro"/>
                <a:ea typeface="Be Vietnam Pro"/>
                <a:cs typeface="Be Vietnam Pro"/>
              </a:defRPr>
            </a:lvl1pPr>
            <a:lvl2pPr>
              <a:defRPr sz="3150" b="1">
                <a:solidFill>
                  <a:srgbClr val="AA1D39"/>
                </a:solidFill>
                <a:latin typeface="Be Vietnam Pro"/>
                <a:ea typeface="Be Vietnam Pro"/>
                <a:cs typeface="Be Vietnam Pro"/>
              </a:defRPr>
            </a:lvl2pPr>
            <a:lvl3pPr>
              <a:defRPr sz="3150" b="1">
                <a:solidFill>
                  <a:srgbClr val="AA1D39"/>
                </a:solidFill>
                <a:latin typeface="Be Vietnam Pro"/>
                <a:ea typeface="Be Vietnam Pro"/>
                <a:cs typeface="Be Vietnam Pro"/>
              </a:defRPr>
            </a:lvl3pPr>
            <a:lvl4pPr>
              <a:defRPr sz="3150" b="1">
                <a:solidFill>
                  <a:srgbClr val="AA1D39"/>
                </a:solidFill>
                <a:latin typeface="Be Vietnam Pro"/>
                <a:ea typeface="Be Vietnam Pro"/>
                <a:cs typeface="Be Vietnam Pro"/>
              </a:defRPr>
            </a:lvl4pPr>
            <a:lvl5pPr>
              <a:defRPr sz="3150" b="1">
                <a:solidFill>
                  <a:srgbClr val="AA1D39"/>
                </a:solidFill>
                <a:latin typeface="Be Vietnam Pro"/>
                <a:ea typeface="Be Vietnam Pro"/>
                <a:cs typeface="Be Vietnam Pro"/>
              </a:defRPr>
            </a:lvl5pPr>
            <a:lvl6pPr>
              <a:defRPr sz="3150" b="1">
                <a:solidFill>
                  <a:srgbClr val="AA1D39"/>
                </a:solidFill>
                <a:latin typeface="Be Vietnam Pro"/>
                <a:ea typeface="Be Vietnam Pro"/>
                <a:cs typeface="Be Vietnam Pro"/>
              </a:defRPr>
            </a:lvl6pPr>
            <a:lvl7pPr>
              <a:defRPr sz="3150" b="1">
                <a:solidFill>
                  <a:srgbClr val="AA1D39"/>
                </a:solidFill>
                <a:latin typeface="Be Vietnam Pro"/>
                <a:ea typeface="Be Vietnam Pro"/>
                <a:cs typeface="Be Vietnam Pro"/>
              </a:defRPr>
            </a:lvl7pPr>
            <a:lvl8pPr>
              <a:defRPr sz="3150" b="1">
                <a:solidFill>
                  <a:srgbClr val="AA1D39"/>
                </a:solidFill>
                <a:latin typeface="Be Vietnam Pro"/>
                <a:ea typeface="Be Vietnam Pro"/>
                <a:cs typeface="Be Vietnam Pro"/>
              </a:defRPr>
            </a:lvl8pPr>
            <a:lvl9pPr>
              <a:defRPr sz="3150" b="1">
                <a:solidFill>
                  <a:srgbClr val="AA1D39"/>
                </a:solidFill>
                <a:latin typeface="Be Vietnam Pro"/>
                <a:ea typeface="Be Vietnam Pro"/>
                <a:cs typeface="Be Vietnam Pro"/>
              </a:defRPr>
            </a:lvl9pPr>
          </a:lstStyle>
          <a:p xmlns:a="http://schemas.openxmlformats.org/drawingml/2006/main">
            <a:pPr>
              <a:lnSpc>
                <a:spcPct val="116000"/>
              </a:lnSpc>
              <a:buNone/>
              <a:defRPr sz="3150" b="1">
                <a:solidFill>
                  <a:srgbClr val="AA1D39"/>
                </a:solidFill>
                <a:latin typeface="Be Vietnam Pro"/>
                <a:ea typeface="Be Vietnam Pro"/>
                <a:cs typeface="Be Vietnam Pro"/>
              </a:defRPr>
            </a:pPr>
            <a:r>
              <a:rPr sz="3150" b="1">
                <a:solidFill>
                  <a:srgbClr val="AA1D39"/>
                </a:solidFill>
                <a:latin typeface="Be Vietnam Pro"/>
                <a:ea typeface="Be Vietnam Pro"/>
                <a:cs typeface="Be Vietnam Pro"/>
              </a:rPr>
              <a:t>01</a:t>
            </a:r>
          </a:p>
        </p:txBody>
      </p:sp>
      <p:sp>
        <p:nvSpPr>
          <p:cNvPr id="5" name="body">
            <a:extLst xmlns:a="http://schemas.openxmlformats.org/drawingml/2006/main">
              <a:ext uri="{FF2B5EF4-FFF2-40B4-BE49-F238E27FC236}">
                <a16:creationId xmlns:a16="http://schemas.microsoft.com/office/drawing/2014/main" id="{EB967B76-AAC2-4E8A-9E77-69382BAF6DE1}"/>
              </a:ext>
            </a:extLst>
          </p:cNvPr>
          <p:cNvSpPr>
            <a:spLocks xmlns:a="http://schemas.openxmlformats.org/drawingml/2006/main" noGrp="1"/>
          </p:cNvSpPr>
          <p:nvPr/>
        </p:nvSpPr>
        <p:spPr>
          <a:xfrm xmlns:a="http://schemas.openxmlformats.org/drawingml/2006/main">
            <a:off x="1619250" y="254317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Preparation</a:t>
            </a:r>
          </a:p>
        </p:txBody>
      </p:sp>
      <p:sp>
        <p:nvSpPr>
          <p:cNvPr id="6" name="body">
            <a:extLst xmlns:a="http://schemas.openxmlformats.org/drawingml/2006/main">
              <a:ext uri="{FF2B5EF4-FFF2-40B4-BE49-F238E27FC236}">
                <a16:creationId xmlns:a16="http://schemas.microsoft.com/office/drawing/2014/main" id="{F71A9541-59F7-46E9-8D86-FD16BC31ED01}"/>
              </a:ext>
            </a:extLst>
          </p:cNvPr>
          <p:cNvSpPr>
            <a:spLocks xmlns:a="http://schemas.openxmlformats.org/drawingml/2006/main" noGrp="1"/>
          </p:cNvSpPr>
          <p:nvPr/>
        </p:nvSpPr>
        <p:spPr>
          <a:xfrm xmlns:a="http://schemas.openxmlformats.org/drawingml/2006/main">
            <a:off x="4476750" y="2571750"/>
            <a:ext cx="657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People need to know which documents to bring.</a:t>
            </a:r>
          </a:p>
        </p:txBody>
      </p:sp>
      <p:sp>
        <p:nvSpPr>
          <p:cNvPr id="7" name="body">
            <a:extLst xmlns:a="http://schemas.openxmlformats.org/drawingml/2006/main">
              <a:ext uri="{FF2B5EF4-FFF2-40B4-BE49-F238E27FC236}">
                <a16:creationId xmlns:a16="http://schemas.microsoft.com/office/drawing/2014/main" id="{C7A658D0-97AA-4D1C-AAFD-91FECD2F9442}"/>
              </a:ext>
            </a:extLst>
          </p:cNvPr>
          <p:cNvSpPr>
            <a:spLocks xmlns:a="http://schemas.openxmlformats.org/drawingml/2006/main" noGrp="1"/>
          </p:cNvSpPr>
          <p:nvPr/>
        </p:nvSpPr>
        <p:spPr>
          <a:xfrm xmlns:a="http://schemas.openxmlformats.org/drawingml/2006/main">
            <a:off x="609600" y="361950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AA1D39"/>
                </a:solidFill>
                <a:latin typeface="Be Vietnam Pro"/>
                <a:ea typeface="Be Vietnam Pro"/>
                <a:cs typeface="Be Vietnam Pro"/>
              </a:defRPr>
            </a:defPPr>
            <a:lvl1pPr>
              <a:defRPr sz="3150" b="1">
                <a:solidFill>
                  <a:srgbClr val="AA1D39"/>
                </a:solidFill>
                <a:latin typeface="Be Vietnam Pro"/>
                <a:ea typeface="Be Vietnam Pro"/>
                <a:cs typeface="Be Vietnam Pro"/>
              </a:defRPr>
            </a:lvl1pPr>
            <a:lvl2pPr>
              <a:defRPr sz="3150" b="1">
                <a:solidFill>
                  <a:srgbClr val="AA1D39"/>
                </a:solidFill>
                <a:latin typeface="Be Vietnam Pro"/>
                <a:ea typeface="Be Vietnam Pro"/>
                <a:cs typeface="Be Vietnam Pro"/>
              </a:defRPr>
            </a:lvl2pPr>
            <a:lvl3pPr>
              <a:defRPr sz="3150" b="1">
                <a:solidFill>
                  <a:srgbClr val="AA1D39"/>
                </a:solidFill>
                <a:latin typeface="Be Vietnam Pro"/>
                <a:ea typeface="Be Vietnam Pro"/>
                <a:cs typeface="Be Vietnam Pro"/>
              </a:defRPr>
            </a:lvl3pPr>
            <a:lvl4pPr>
              <a:defRPr sz="3150" b="1">
                <a:solidFill>
                  <a:srgbClr val="AA1D39"/>
                </a:solidFill>
                <a:latin typeface="Be Vietnam Pro"/>
                <a:ea typeface="Be Vietnam Pro"/>
                <a:cs typeface="Be Vietnam Pro"/>
              </a:defRPr>
            </a:lvl4pPr>
            <a:lvl5pPr>
              <a:defRPr sz="3150" b="1">
                <a:solidFill>
                  <a:srgbClr val="AA1D39"/>
                </a:solidFill>
                <a:latin typeface="Be Vietnam Pro"/>
                <a:ea typeface="Be Vietnam Pro"/>
                <a:cs typeface="Be Vietnam Pro"/>
              </a:defRPr>
            </a:lvl5pPr>
            <a:lvl6pPr>
              <a:defRPr sz="3150" b="1">
                <a:solidFill>
                  <a:srgbClr val="AA1D39"/>
                </a:solidFill>
                <a:latin typeface="Be Vietnam Pro"/>
                <a:ea typeface="Be Vietnam Pro"/>
                <a:cs typeface="Be Vietnam Pro"/>
              </a:defRPr>
            </a:lvl6pPr>
            <a:lvl7pPr>
              <a:defRPr sz="3150" b="1">
                <a:solidFill>
                  <a:srgbClr val="AA1D39"/>
                </a:solidFill>
                <a:latin typeface="Be Vietnam Pro"/>
                <a:ea typeface="Be Vietnam Pro"/>
                <a:cs typeface="Be Vietnam Pro"/>
              </a:defRPr>
            </a:lvl7pPr>
            <a:lvl8pPr>
              <a:defRPr sz="3150" b="1">
                <a:solidFill>
                  <a:srgbClr val="AA1D39"/>
                </a:solidFill>
                <a:latin typeface="Be Vietnam Pro"/>
                <a:ea typeface="Be Vietnam Pro"/>
                <a:cs typeface="Be Vietnam Pro"/>
              </a:defRPr>
            </a:lvl8pPr>
            <a:lvl9pPr>
              <a:defRPr sz="3150" b="1">
                <a:solidFill>
                  <a:srgbClr val="AA1D39"/>
                </a:solidFill>
                <a:latin typeface="Be Vietnam Pro"/>
                <a:ea typeface="Be Vietnam Pro"/>
                <a:cs typeface="Be Vietnam Pro"/>
              </a:defRPr>
            </a:lvl9pPr>
          </a:lstStyle>
          <a:p xmlns:a="http://schemas.openxmlformats.org/drawingml/2006/main">
            <a:pPr>
              <a:lnSpc>
                <a:spcPct val="116000"/>
              </a:lnSpc>
              <a:buNone/>
              <a:defRPr sz="3150" b="1">
                <a:solidFill>
                  <a:srgbClr val="AA1D39"/>
                </a:solidFill>
                <a:latin typeface="Be Vietnam Pro"/>
                <a:ea typeface="Be Vietnam Pro"/>
                <a:cs typeface="Be Vietnam Pro"/>
              </a:defRPr>
            </a:pPr>
            <a:r>
              <a:rPr sz="3150" b="1">
                <a:solidFill>
                  <a:srgbClr val="AA1D39"/>
                </a:solidFill>
                <a:latin typeface="Be Vietnam Pro"/>
                <a:ea typeface="Be Vietnam Pro"/>
                <a:cs typeface="Be Vietnam Pro"/>
              </a:rPr>
              <a:t>02</a:t>
            </a:r>
          </a:p>
        </p:txBody>
      </p:sp>
      <p:sp>
        <p:nvSpPr>
          <p:cNvPr id="8" name="body">
            <a:extLst xmlns:a="http://schemas.openxmlformats.org/drawingml/2006/main">
              <a:ext uri="{FF2B5EF4-FFF2-40B4-BE49-F238E27FC236}">
                <a16:creationId xmlns:a16="http://schemas.microsoft.com/office/drawing/2014/main" id="{E219CE58-9708-4B1F-9B32-F66A9443CF01}"/>
              </a:ext>
            </a:extLst>
          </p:cNvPr>
          <p:cNvSpPr>
            <a:spLocks xmlns:a="http://schemas.openxmlformats.org/drawingml/2006/main" noGrp="1"/>
          </p:cNvSpPr>
          <p:nvPr/>
        </p:nvSpPr>
        <p:spPr>
          <a:xfrm xmlns:a="http://schemas.openxmlformats.org/drawingml/2006/main">
            <a:off x="1619250" y="3638550"/>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Review</a:t>
            </a:r>
          </a:p>
        </p:txBody>
      </p:sp>
      <p:sp>
        <p:nvSpPr>
          <p:cNvPr id="9" name="body">
            <a:extLst xmlns:a="http://schemas.openxmlformats.org/drawingml/2006/main">
              <a:ext uri="{FF2B5EF4-FFF2-40B4-BE49-F238E27FC236}">
                <a16:creationId xmlns:a16="http://schemas.microsoft.com/office/drawing/2014/main" id="{61639916-63CA-4B71-8E7C-73CC3A89F36F}"/>
              </a:ext>
            </a:extLst>
          </p:cNvPr>
          <p:cNvSpPr>
            <a:spLocks xmlns:a="http://schemas.openxmlformats.org/drawingml/2006/main" noGrp="1"/>
          </p:cNvSpPr>
          <p:nvPr/>
        </p:nvSpPr>
        <p:spPr>
          <a:xfrm xmlns:a="http://schemas.openxmlformats.org/drawingml/2006/main">
            <a:off x="4476750" y="3667125"/>
            <a:ext cx="657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Applicants need to see what the notary needs next.</a:t>
            </a:r>
          </a:p>
        </p:txBody>
      </p:sp>
      <p:sp>
        <p:nvSpPr>
          <p:cNvPr id="10" name="body">
            <a:extLst xmlns:a="http://schemas.openxmlformats.org/drawingml/2006/main">
              <a:ext uri="{FF2B5EF4-FFF2-40B4-BE49-F238E27FC236}">
                <a16:creationId xmlns:a16="http://schemas.microsoft.com/office/drawing/2014/main" id="{243ECAEE-B28B-4647-BA9A-35C7C659D4A0}"/>
              </a:ext>
            </a:extLst>
          </p:cNvPr>
          <p:cNvSpPr>
            <a:spLocks xmlns:a="http://schemas.openxmlformats.org/drawingml/2006/main" noGrp="1"/>
          </p:cNvSpPr>
          <p:nvPr/>
        </p:nvSpPr>
        <p:spPr>
          <a:xfrm xmlns:a="http://schemas.openxmlformats.org/drawingml/2006/main">
            <a:off x="609600" y="4714875"/>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1">
                <a:solidFill>
                  <a:srgbClr val="AA1D39"/>
                </a:solidFill>
                <a:latin typeface="Be Vietnam Pro"/>
                <a:ea typeface="Be Vietnam Pro"/>
                <a:cs typeface="Be Vietnam Pro"/>
              </a:defRPr>
            </a:defPPr>
            <a:lvl1pPr>
              <a:defRPr sz="3150" b="1">
                <a:solidFill>
                  <a:srgbClr val="AA1D39"/>
                </a:solidFill>
                <a:latin typeface="Be Vietnam Pro"/>
                <a:ea typeface="Be Vietnam Pro"/>
                <a:cs typeface="Be Vietnam Pro"/>
              </a:defRPr>
            </a:lvl1pPr>
            <a:lvl2pPr>
              <a:defRPr sz="3150" b="1">
                <a:solidFill>
                  <a:srgbClr val="AA1D39"/>
                </a:solidFill>
                <a:latin typeface="Be Vietnam Pro"/>
                <a:ea typeface="Be Vietnam Pro"/>
                <a:cs typeface="Be Vietnam Pro"/>
              </a:defRPr>
            </a:lvl2pPr>
            <a:lvl3pPr>
              <a:defRPr sz="3150" b="1">
                <a:solidFill>
                  <a:srgbClr val="AA1D39"/>
                </a:solidFill>
                <a:latin typeface="Be Vietnam Pro"/>
                <a:ea typeface="Be Vietnam Pro"/>
                <a:cs typeface="Be Vietnam Pro"/>
              </a:defRPr>
            </a:lvl3pPr>
            <a:lvl4pPr>
              <a:defRPr sz="3150" b="1">
                <a:solidFill>
                  <a:srgbClr val="AA1D39"/>
                </a:solidFill>
                <a:latin typeface="Be Vietnam Pro"/>
                <a:ea typeface="Be Vietnam Pro"/>
                <a:cs typeface="Be Vietnam Pro"/>
              </a:defRPr>
            </a:lvl4pPr>
            <a:lvl5pPr>
              <a:defRPr sz="3150" b="1">
                <a:solidFill>
                  <a:srgbClr val="AA1D39"/>
                </a:solidFill>
                <a:latin typeface="Be Vietnam Pro"/>
                <a:ea typeface="Be Vietnam Pro"/>
                <a:cs typeface="Be Vietnam Pro"/>
              </a:defRPr>
            </a:lvl5pPr>
            <a:lvl6pPr>
              <a:defRPr sz="3150" b="1">
                <a:solidFill>
                  <a:srgbClr val="AA1D39"/>
                </a:solidFill>
                <a:latin typeface="Be Vietnam Pro"/>
                <a:ea typeface="Be Vietnam Pro"/>
                <a:cs typeface="Be Vietnam Pro"/>
              </a:defRPr>
            </a:lvl6pPr>
            <a:lvl7pPr>
              <a:defRPr sz="3150" b="1">
                <a:solidFill>
                  <a:srgbClr val="AA1D39"/>
                </a:solidFill>
                <a:latin typeface="Be Vietnam Pro"/>
                <a:ea typeface="Be Vietnam Pro"/>
                <a:cs typeface="Be Vietnam Pro"/>
              </a:defRPr>
            </a:lvl7pPr>
            <a:lvl8pPr>
              <a:defRPr sz="3150" b="1">
                <a:solidFill>
                  <a:srgbClr val="AA1D39"/>
                </a:solidFill>
                <a:latin typeface="Be Vietnam Pro"/>
                <a:ea typeface="Be Vietnam Pro"/>
                <a:cs typeface="Be Vietnam Pro"/>
              </a:defRPr>
            </a:lvl8pPr>
            <a:lvl9pPr>
              <a:defRPr sz="3150" b="1">
                <a:solidFill>
                  <a:srgbClr val="AA1D39"/>
                </a:solidFill>
                <a:latin typeface="Be Vietnam Pro"/>
                <a:ea typeface="Be Vietnam Pro"/>
                <a:cs typeface="Be Vietnam Pro"/>
              </a:defRPr>
            </a:lvl9pPr>
          </a:lstStyle>
          <a:p xmlns:a="http://schemas.openxmlformats.org/drawingml/2006/main">
            <a:pPr>
              <a:lnSpc>
                <a:spcPct val="116000"/>
              </a:lnSpc>
              <a:buNone/>
              <a:defRPr sz="3150" b="1">
                <a:solidFill>
                  <a:srgbClr val="AA1D39"/>
                </a:solidFill>
                <a:latin typeface="Be Vietnam Pro"/>
                <a:ea typeface="Be Vietnam Pro"/>
                <a:cs typeface="Be Vietnam Pro"/>
              </a:defRPr>
            </a:pPr>
            <a:r>
              <a:rPr sz="3150" b="1">
                <a:solidFill>
                  <a:srgbClr val="AA1D39"/>
                </a:solidFill>
                <a:latin typeface="Be Vietnam Pro"/>
                <a:ea typeface="Be Vietnam Pro"/>
                <a:cs typeface="Be Vietnam Pro"/>
              </a:rPr>
              <a:t>03</a:t>
            </a:r>
          </a:p>
        </p:txBody>
      </p:sp>
      <p:sp>
        <p:nvSpPr>
          <p:cNvPr id="11" name="body">
            <a:extLst xmlns:a="http://schemas.openxmlformats.org/drawingml/2006/main">
              <a:ext uri="{FF2B5EF4-FFF2-40B4-BE49-F238E27FC236}">
                <a16:creationId xmlns:a16="http://schemas.microsoft.com/office/drawing/2014/main" id="{8E1D899E-9F65-40B2-90B9-BB9B6424431E}"/>
              </a:ext>
            </a:extLst>
          </p:cNvPr>
          <p:cNvSpPr>
            <a:spLocks xmlns:a="http://schemas.openxmlformats.org/drawingml/2006/main" noGrp="1"/>
          </p:cNvSpPr>
          <p:nvPr/>
        </p:nvSpPr>
        <p:spPr>
          <a:xfrm xmlns:a="http://schemas.openxmlformats.org/drawingml/2006/main">
            <a:off x="1619250" y="473392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Retrieval</a:t>
            </a:r>
          </a:p>
        </p:txBody>
      </p:sp>
      <p:sp>
        <p:nvSpPr>
          <p:cNvPr id="12" name="body">
            <a:extLst xmlns:a="http://schemas.openxmlformats.org/drawingml/2006/main">
              <a:ext uri="{FF2B5EF4-FFF2-40B4-BE49-F238E27FC236}">
                <a16:creationId xmlns:a16="http://schemas.microsoft.com/office/drawing/2014/main" id="{A506D915-1D58-47E1-A0B1-ACC658D9E7DC}"/>
              </a:ext>
            </a:extLst>
          </p:cNvPr>
          <p:cNvSpPr>
            <a:spLocks xmlns:a="http://schemas.openxmlformats.org/drawingml/2006/main" noGrp="1"/>
          </p:cNvSpPr>
          <p:nvPr/>
        </p:nvSpPr>
        <p:spPr>
          <a:xfrm xmlns:a="http://schemas.openxmlformats.org/drawingml/2006/main">
            <a:off x="4476750" y="4762500"/>
            <a:ext cx="6572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Issued documents need a clear path back to their records.</a:t>
            </a:r>
          </a:p>
        </p:txBody>
      </p:sp>
      <p:sp>
        <p:nvSpPr>
          <p:cNvPr id="13" name="source-note">
            <a:extLst xmlns:a="http://schemas.openxmlformats.org/drawingml/2006/main">
              <a:ext uri="{FF2B5EF4-FFF2-40B4-BE49-F238E27FC236}">
                <a16:creationId xmlns:a16="http://schemas.microsoft.com/office/drawing/2014/main" id="{B506AB0C-FBEA-40AF-ADEB-3D5F5D3770D4}"/>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Product hypothesis to validate with applicants and licensed notary offices</a:t>
            </a:r>
          </a:p>
        </p:txBody>
      </p:sp>
    </p:spTree>
    <p:extLst>
      <p:ext uri="{BB962C8B-B14F-4D97-AF65-F5344CB8AC3E}">
        <p14:creationId xmlns:p14="http://schemas.microsoft.com/office/powerpoint/2010/main" val="2122510651"/>
      </p:ext>
    </p:extLst>
  </p:cSld>
</p:sld>
</file>

<file path=ppt/slides/slide3.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78EDE4A7-C21B-4E4C-97F0-9804F763771F}"/>
              </a:ext>
            </a:extLst>
          </p:cNvPr>
          <p:cNvPicPr>
            <a:picLocks xmlns:a="http://schemas.openxmlformats.org/drawingml/2006/main" noChangeAspect="1"/>
          </p:cNvPicPr>
          <p:nvPr/>
        </p:nvPicPr>
        <p:blipFill>
          <a:blip xmlns:r="http://schemas.openxmlformats.org/officeDocument/2006/relationships" xmlns:a="http://schemas.openxmlformats.org/drawingml/2006/main" r:embed="Rcc838be27d8e47e1">
            <a:extLst>
              <a:ext uri="{96DAC541-7B7A-43D3-8B79-37D633B846F1}">
                <asvg:svgBlip xmlns:asvg="http://schemas.microsoft.com/office/drawing/2016/SVG/main" r:embed="Rd2673f81554948d2"/>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D7A57A50-887B-4685-98A7-A4D17C13AE5D}"/>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Who Trustify serves</a:t>
            </a:r>
          </a:p>
        </p:txBody>
      </p:sp>
      <p:sp>
        <p:nvSpPr>
          <p:cNvPr id="3" name="body">
            <a:extLst xmlns:a="http://schemas.openxmlformats.org/drawingml/2006/main">
              <a:ext uri="{FF2B5EF4-FFF2-40B4-BE49-F238E27FC236}">
                <a16:creationId xmlns:a16="http://schemas.microsoft.com/office/drawing/2014/main" id="{861D5AD2-79F4-4E82-B42F-F8A0738E991A}"/>
              </a:ext>
            </a:extLst>
          </p:cNvPr>
          <p:cNvSpPr>
            <a:spLocks xmlns:a="http://schemas.openxmlformats.org/drawingml/2006/main" noGrp="1"/>
          </p:cNvSpPr>
          <p:nvPr/>
        </p:nvSpPr>
        <p:spPr>
          <a:xfrm xmlns:a="http://schemas.openxmlformats.org/drawingml/2006/main">
            <a:off x="609600" y="220027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65F68"/>
                </a:solidFill>
                <a:latin typeface="Be Vietnam Pro"/>
                <a:ea typeface="Be Vietnam Pro"/>
                <a:cs typeface="Be Vietnam Pro"/>
              </a:defRPr>
            </a:defPPr>
            <a:lvl1pPr>
              <a:defRPr sz="1875" b="0">
                <a:solidFill>
                  <a:srgbClr val="665F68"/>
                </a:solidFill>
                <a:latin typeface="Be Vietnam Pro"/>
                <a:ea typeface="Be Vietnam Pro"/>
                <a:cs typeface="Be Vietnam Pro"/>
              </a:defRPr>
            </a:lvl1pPr>
            <a:lvl2pPr>
              <a:defRPr sz="1875" b="0">
                <a:solidFill>
                  <a:srgbClr val="665F68"/>
                </a:solidFill>
                <a:latin typeface="Be Vietnam Pro"/>
                <a:ea typeface="Be Vietnam Pro"/>
                <a:cs typeface="Be Vietnam Pro"/>
              </a:defRPr>
            </a:lvl2pPr>
            <a:lvl3pPr>
              <a:defRPr sz="1875" b="0">
                <a:solidFill>
                  <a:srgbClr val="665F68"/>
                </a:solidFill>
                <a:latin typeface="Be Vietnam Pro"/>
                <a:ea typeface="Be Vietnam Pro"/>
                <a:cs typeface="Be Vietnam Pro"/>
              </a:defRPr>
            </a:lvl3pPr>
            <a:lvl4pPr>
              <a:defRPr sz="1875" b="0">
                <a:solidFill>
                  <a:srgbClr val="665F68"/>
                </a:solidFill>
                <a:latin typeface="Be Vietnam Pro"/>
                <a:ea typeface="Be Vietnam Pro"/>
                <a:cs typeface="Be Vietnam Pro"/>
              </a:defRPr>
            </a:lvl4pPr>
            <a:lvl5pPr>
              <a:defRPr sz="1875" b="0">
                <a:solidFill>
                  <a:srgbClr val="665F68"/>
                </a:solidFill>
                <a:latin typeface="Be Vietnam Pro"/>
                <a:ea typeface="Be Vietnam Pro"/>
                <a:cs typeface="Be Vietnam Pro"/>
              </a:defRPr>
            </a:lvl5pPr>
            <a:lvl6pPr>
              <a:defRPr sz="1875" b="0">
                <a:solidFill>
                  <a:srgbClr val="665F68"/>
                </a:solidFill>
                <a:latin typeface="Be Vietnam Pro"/>
                <a:ea typeface="Be Vietnam Pro"/>
                <a:cs typeface="Be Vietnam Pro"/>
              </a:defRPr>
            </a:lvl6pPr>
            <a:lvl7pPr>
              <a:defRPr sz="1875" b="0">
                <a:solidFill>
                  <a:srgbClr val="665F68"/>
                </a:solidFill>
                <a:latin typeface="Be Vietnam Pro"/>
                <a:ea typeface="Be Vietnam Pro"/>
                <a:cs typeface="Be Vietnam Pro"/>
              </a:defRPr>
            </a:lvl7pPr>
            <a:lvl8pPr>
              <a:defRPr sz="1875" b="0">
                <a:solidFill>
                  <a:srgbClr val="665F68"/>
                </a:solidFill>
                <a:latin typeface="Be Vietnam Pro"/>
                <a:ea typeface="Be Vietnam Pro"/>
                <a:cs typeface="Be Vietnam Pro"/>
              </a:defRPr>
            </a:lvl8pPr>
            <a:lvl9pPr>
              <a:defRPr sz="1875" b="0">
                <a:solidFill>
                  <a:srgbClr val="665F68"/>
                </a:solidFill>
                <a:latin typeface="Be Vietnam Pro"/>
                <a:ea typeface="Be Vietnam Pro"/>
                <a:cs typeface="Be Vietnam Pro"/>
              </a:defRPr>
            </a:lvl9pPr>
          </a:lstStyle>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A shared case connects the people doing the work.</a:t>
            </a:r>
          </a:p>
        </p:txBody>
      </p:sp>
      <p:sp>
        <p:nvSpPr>
          <p:cNvPr id="4" name="page">
            <a:extLst xmlns:a="http://schemas.openxmlformats.org/drawingml/2006/main">
              <a:ext uri="{FF2B5EF4-FFF2-40B4-BE49-F238E27FC236}">
                <a16:creationId xmlns:a16="http://schemas.microsoft.com/office/drawing/2014/main" id="{FA736478-A744-412A-BF22-03C7E57DFDE1}"/>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03</a:t>
            </a:r>
          </a:p>
        </p:txBody>
      </p:sp>
      <p:sp>
        <p:nvSpPr>
          <p:cNvPr id="5" name="body">
            <a:extLst xmlns:a="http://schemas.openxmlformats.org/drawingml/2006/main">
              <a:ext uri="{FF2B5EF4-FFF2-40B4-BE49-F238E27FC236}">
                <a16:creationId xmlns:a16="http://schemas.microsoft.com/office/drawing/2014/main" id="{AFC299CF-8BE5-49BB-9169-651C63EE792A}"/>
              </a:ext>
            </a:extLst>
          </p:cNvPr>
          <p:cNvSpPr>
            <a:spLocks xmlns:a="http://schemas.openxmlformats.org/drawingml/2006/main" noGrp="1"/>
          </p:cNvSpPr>
          <p:nvPr/>
        </p:nvSpPr>
        <p:spPr>
          <a:xfrm xmlns:a="http://schemas.openxmlformats.org/drawingml/2006/main">
            <a:off x="609600" y="3257550"/>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AA1D39"/>
                </a:solidFill>
                <a:latin typeface="Be Vietnam Pro"/>
                <a:ea typeface="Be Vietnam Pro"/>
                <a:cs typeface="Be Vietnam Pro"/>
              </a:defRPr>
            </a:defPPr>
            <a:lvl1pPr>
              <a:defRPr sz="3375" b="1">
                <a:solidFill>
                  <a:srgbClr val="AA1D39"/>
                </a:solidFill>
                <a:latin typeface="Be Vietnam Pro"/>
                <a:ea typeface="Be Vietnam Pro"/>
                <a:cs typeface="Be Vietnam Pro"/>
              </a:defRPr>
            </a:lvl1pPr>
            <a:lvl2pPr>
              <a:defRPr sz="3375" b="1">
                <a:solidFill>
                  <a:srgbClr val="AA1D39"/>
                </a:solidFill>
                <a:latin typeface="Be Vietnam Pro"/>
                <a:ea typeface="Be Vietnam Pro"/>
                <a:cs typeface="Be Vietnam Pro"/>
              </a:defRPr>
            </a:lvl2pPr>
            <a:lvl3pPr>
              <a:defRPr sz="3375" b="1">
                <a:solidFill>
                  <a:srgbClr val="AA1D39"/>
                </a:solidFill>
                <a:latin typeface="Be Vietnam Pro"/>
                <a:ea typeface="Be Vietnam Pro"/>
                <a:cs typeface="Be Vietnam Pro"/>
              </a:defRPr>
            </a:lvl3pPr>
            <a:lvl4pPr>
              <a:defRPr sz="3375" b="1">
                <a:solidFill>
                  <a:srgbClr val="AA1D39"/>
                </a:solidFill>
                <a:latin typeface="Be Vietnam Pro"/>
                <a:ea typeface="Be Vietnam Pro"/>
                <a:cs typeface="Be Vietnam Pro"/>
              </a:defRPr>
            </a:lvl4pPr>
            <a:lvl5pPr>
              <a:defRPr sz="3375" b="1">
                <a:solidFill>
                  <a:srgbClr val="AA1D39"/>
                </a:solidFill>
                <a:latin typeface="Be Vietnam Pro"/>
                <a:ea typeface="Be Vietnam Pro"/>
                <a:cs typeface="Be Vietnam Pro"/>
              </a:defRPr>
            </a:lvl5pPr>
            <a:lvl6pPr>
              <a:defRPr sz="3375" b="1">
                <a:solidFill>
                  <a:srgbClr val="AA1D39"/>
                </a:solidFill>
                <a:latin typeface="Be Vietnam Pro"/>
                <a:ea typeface="Be Vietnam Pro"/>
                <a:cs typeface="Be Vietnam Pro"/>
              </a:defRPr>
            </a:lvl6pPr>
            <a:lvl7pPr>
              <a:defRPr sz="3375" b="1">
                <a:solidFill>
                  <a:srgbClr val="AA1D39"/>
                </a:solidFill>
                <a:latin typeface="Be Vietnam Pro"/>
                <a:ea typeface="Be Vietnam Pro"/>
                <a:cs typeface="Be Vietnam Pro"/>
              </a:defRPr>
            </a:lvl7pPr>
            <a:lvl8pPr>
              <a:defRPr sz="3375" b="1">
                <a:solidFill>
                  <a:srgbClr val="AA1D39"/>
                </a:solidFill>
                <a:latin typeface="Be Vietnam Pro"/>
                <a:ea typeface="Be Vietnam Pro"/>
                <a:cs typeface="Be Vietnam Pro"/>
              </a:defRPr>
            </a:lvl8pPr>
            <a:lvl9pPr>
              <a:defRPr sz="3375" b="1">
                <a:solidFill>
                  <a:srgbClr val="AA1D39"/>
                </a:solidFill>
                <a:latin typeface="Be Vietnam Pro"/>
                <a:ea typeface="Be Vietnam Pro"/>
                <a:cs typeface="Be Vietnam Pro"/>
              </a:defRPr>
            </a:lvl9pPr>
          </a:lstStyle>
          <a:p xmlns:a="http://schemas.openxmlformats.org/drawingml/2006/main">
            <a:pPr>
              <a:lnSpc>
                <a:spcPct val="116000"/>
              </a:lnSpc>
              <a:buNone/>
              <a:defRPr sz="3375" b="1">
                <a:solidFill>
                  <a:srgbClr val="AA1D39"/>
                </a:solidFill>
                <a:latin typeface="Be Vietnam Pro"/>
                <a:ea typeface="Be Vietnam Pro"/>
                <a:cs typeface="Be Vietnam Pro"/>
              </a:defRPr>
            </a:pPr>
            <a:r>
              <a:rPr sz="3375" b="1">
                <a:solidFill>
                  <a:srgbClr val="AA1D39"/>
                </a:solidFill>
                <a:latin typeface="Be Vietnam Pro"/>
                <a:ea typeface="Be Vietnam Pro"/>
                <a:cs typeface="Be Vietnam Pro"/>
              </a:rPr>
              <a:t>01</a:t>
            </a:r>
          </a:p>
        </p:txBody>
      </p:sp>
      <p:sp>
        <p:nvSpPr>
          <p:cNvPr id="6" name="body">
            <a:extLst xmlns:a="http://schemas.openxmlformats.org/drawingml/2006/main">
              <a:ext uri="{FF2B5EF4-FFF2-40B4-BE49-F238E27FC236}">
                <a16:creationId xmlns:a16="http://schemas.microsoft.com/office/drawing/2014/main" id="{864B2FF6-6FB2-4ACC-A8B8-6E7F5F41FACD}"/>
              </a:ext>
            </a:extLst>
          </p:cNvPr>
          <p:cNvSpPr>
            <a:spLocks xmlns:a="http://schemas.openxmlformats.org/drawingml/2006/main" noGrp="1"/>
          </p:cNvSpPr>
          <p:nvPr/>
        </p:nvSpPr>
        <p:spPr>
          <a:xfrm xmlns:a="http://schemas.openxmlformats.org/drawingml/2006/main">
            <a:off x="609600" y="40481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Individuals</a:t>
            </a:r>
          </a:p>
        </p:txBody>
      </p:sp>
      <p:sp>
        <p:nvSpPr>
          <p:cNvPr id="7" name="body">
            <a:extLst xmlns:a="http://schemas.openxmlformats.org/drawingml/2006/main">
              <a:ext uri="{FF2B5EF4-FFF2-40B4-BE49-F238E27FC236}">
                <a16:creationId xmlns:a16="http://schemas.microsoft.com/office/drawing/2014/main" id="{76510A30-CA45-4D1B-9F48-42B597ACF829}"/>
              </a:ext>
            </a:extLst>
          </p:cNvPr>
          <p:cNvSpPr>
            <a:spLocks xmlns:a="http://schemas.openxmlformats.org/drawingml/2006/main" noGrp="1"/>
          </p:cNvSpPr>
          <p:nvPr/>
        </p:nvSpPr>
        <p:spPr>
          <a:xfrm xmlns:a="http://schemas.openxmlformats.org/drawingml/2006/main">
            <a:off x="609600" y="47815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Prepare a hồ sơ công chứng and follow its progress.</a:t>
            </a:r>
          </a:p>
        </p:txBody>
      </p:sp>
      <p:sp>
        <p:nvSpPr>
          <p:cNvPr id="8" name="body">
            <a:extLst xmlns:a="http://schemas.openxmlformats.org/drawingml/2006/main">
              <a:ext uri="{FF2B5EF4-FFF2-40B4-BE49-F238E27FC236}">
                <a16:creationId xmlns:a16="http://schemas.microsoft.com/office/drawing/2014/main" id="{2999E833-B206-4C0E-ACD4-ACA144FC3935}"/>
              </a:ext>
            </a:extLst>
          </p:cNvPr>
          <p:cNvSpPr>
            <a:spLocks xmlns:a="http://schemas.openxmlformats.org/drawingml/2006/main" noGrp="1"/>
          </p:cNvSpPr>
          <p:nvPr/>
        </p:nvSpPr>
        <p:spPr>
          <a:xfrm xmlns:a="http://schemas.openxmlformats.org/drawingml/2006/main">
            <a:off x="4314825" y="3257550"/>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AA1D39"/>
                </a:solidFill>
                <a:latin typeface="Be Vietnam Pro"/>
                <a:ea typeface="Be Vietnam Pro"/>
                <a:cs typeface="Be Vietnam Pro"/>
              </a:defRPr>
            </a:defPPr>
            <a:lvl1pPr>
              <a:defRPr sz="3375" b="1">
                <a:solidFill>
                  <a:srgbClr val="AA1D39"/>
                </a:solidFill>
                <a:latin typeface="Be Vietnam Pro"/>
                <a:ea typeface="Be Vietnam Pro"/>
                <a:cs typeface="Be Vietnam Pro"/>
              </a:defRPr>
            </a:lvl1pPr>
            <a:lvl2pPr>
              <a:defRPr sz="3375" b="1">
                <a:solidFill>
                  <a:srgbClr val="AA1D39"/>
                </a:solidFill>
                <a:latin typeface="Be Vietnam Pro"/>
                <a:ea typeface="Be Vietnam Pro"/>
                <a:cs typeface="Be Vietnam Pro"/>
              </a:defRPr>
            </a:lvl2pPr>
            <a:lvl3pPr>
              <a:defRPr sz="3375" b="1">
                <a:solidFill>
                  <a:srgbClr val="AA1D39"/>
                </a:solidFill>
                <a:latin typeface="Be Vietnam Pro"/>
                <a:ea typeface="Be Vietnam Pro"/>
                <a:cs typeface="Be Vietnam Pro"/>
              </a:defRPr>
            </a:lvl3pPr>
            <a:lvl4pPr>
              <a:defRPr sz="3375" b="1">
                <a:solidFill>
                  <a:srgbClr val="AA1D39"/>
                </a:solidFill>
                <a:latin typeface="Be Vietnam Pro"/>
                <a:ea typeface="Be Vietnam Pro"/>
                <a:cs typeface="Be Vietnam Pro"/>
              </a:defRPr>
            </a:lvl4pPr>
            <a:lvl5pPr>
              <a:defRPr sz="3375" b="1">
                <a:solidFill>
                  <a:srgbClr val="AA1D39"/>
                </a:solidFill>
                <a:latin typeface="Be Vietnam Pro"/>
                <a:ea typeface="Be Vietnam Pro"/>
                <a:cs typeface="Be Vietnam Pro"/>
              </a:defRPr>
            </a:lvl5pPr>
            <a:lvl6pPr>
              <a:defRPr sz="3375" b="1">
                <a:solidFill>
                  <a:srgbClr val="AA1D39"/>
                </a:solidFill>
                <a:latin typeface="Be Vietnam Pro"/>
                <a:ea typeface="Be Vietnam Pro"/>
                <a:cs typeface="Be Vietnam Pro"/>
              </a:defRPr>
            </a:lvl6pPr>
            <a:lvl7pPr>
              <a:defRPr sz="3375" b="1">
                <a:solidFill>
                  <a:srgbClr val="AA1D39"/>
                </a:solidFill>
                <a:latin typeface="Be Vietnam Pro"/>
                <a:ea typeface="Be Vietnam Pro"/>
                <a:cs typeface="Be Vietnam Pro"/>
              </a:defRPr>
            </a:lvl7pPr>
            <a:lvl8pPr>
              <a:defRPr sz="3375" b="1">
                <a:solidFill>
                  <a:srgbClr val="AA1D39"/>
                </a:solidFill>
                <a:latin typeface="Be Vietnam Pro"/>
                <a:ea typeface="Be Vietnam Pro"/>
                <a:cs typeface="Be Vietnam Pro"/>
              </a:defRPr>
            </a:lvl8pPr>
            <a:lvl9pPr>
              <a:defRPr sz="3375" b="1">
                <a:solidFill>
                  <a:srgbClr val="AA1D39"/>
                </a:solidFill>
                <a:latin typeface="Be Vietnam Pro"/>
                <a:ea typeface="Be Vietnam Pro"/>
                <a:cs typeface="Be Vietnam Pro"/>
              </a:defRPr>
            </a:lvl9pPr>
          </a:lstStyle>
          <a:p xmlns:a="http://schemas.openxmlformats.org/drawingml/2006/main">
            <a:pPr>
              <a:lnSpc>
                <a:spcPct val="116000"/>
              </a:lnSpc>
              <a:buNone/>
              <a:defRPr sz="3375" b="1">
                <a:solidFill>
                  <a:srgbClr val="AA1D39"/>
                </a:solidFill>
                <a:latin typeface="Be Vietnam Pro"/>
                <a:ea typeface="Be Vietnam Pro"/>
                <a:cs typeface="Be Vietnam Pro"/>
              </a:defRPr>
            </a:pPr>
            <a:r>
              <a:rPr sz="3375" b="1">
                <a:solidFill>
                  <a:srgbClr val="AA1D39"/>
                </a:solidFill>
                <a:latin typeface="Be Vietnam Pro"/>
                <a:ea typeface="Be Vietnam Pro"/>
                <a:cs typeface="Be Vietnam Pro"/>
              </a:rPr>
              <a:t>02</a:t>
            </a:r>
          </a:p>
        </p:txBody>
      </p:sp>
      <p:sp>
        <p:nvSpPr>
          <p:cNvPr id="9" name="body">
            <a:extLst xmlns:a="http://schemas.openxmlformats.org/drawingml/2006/main">
              <a:ext uri="{FF2B5EF4-FFF2-40B4-BE49-F238E27FC236}">
                <a16:creationId xmlns:a16="http://schemas.microsoft.com/office/drawing/2014/main" id="{B2DFEE03-3BC3-4C0B-BE83-DD46A8065388}"/>
              </a:ext>
            </a:extLst>
          </p:cNvPr>
          <p:cNvSpPr>
            <a:spLocks xmlns:a="http://schemas.openxmlformats.org/drawingml/2006/main" noGrp="1"/>
          </p:cNvSpPr>
          <p:nvPr/>
        </p:nvSpPr>
        <p:spPr>
          <a:xfrm xmlns:a="http://schemas.openxmlformats.org/drawingml/2006/main">
            <a:off x="4314825" y="40481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Businesses</a:t>
            </a:r>
          </a:p>
        </p:txBody>
      </p:sp>
      <p:sp>
        <p:nvSpPr>
          <p:cNvPr id="10" name="body">
            <a:extLst xmlns:a="http://schemas.openxmlformats.org/drawingml/2006/main">
              <a:ext uri="{FF2B5EF4-FFF2-40B4-BE49-F238E27FC236}">
                <a16:creationId xmlns:a16="http://schemas.microsoft.com/office/drawing/2014/main" id="{3EC9907D-62C5-4497-A599-83CDCBA42FF0}"/>
              </a:ext>
            </a:extLst>
          </p:cNvPr>
          <p:cNvSpPr>
            <a:spLocks xmlns:a="http://schemas.openxmlformats.org/drawingml/2006/main" noGrp="1"/>
          </p:cNvSpPr>
          <p:nvPr/>
        </p:nvSpPr>
        <p:spPr>
          <a:xfrm xmlns:a="http://schemas.openxmlformats.org/drawingml/2006/main">
            <a:off x="4314825" y="47815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Coordinate recurring document work with a notary office.</a:t>
            </a:r>
          </a:p>
        </p:txBody>
      </p:sp>
      <p:sp>
        <p:nvSpPr>
          <p:cNvPr id="11" name="body">
            <a:extLst xmlns:a="http://schemas.openxmlformats.org/drawingml/2006/main">
              <a:ext uri="{FF2B5EF4-FFF2-40B4-BE49-F238E27FC236}">
                <a16:creationId xmlns:a16="http://schemas.microsoft.com/office/drawing/2014/main" id="{91546EAD-9DA2-4D30-A2A2-BEA186B8D256}"/>
              </a:ext>
            </a:extLst>
          </p:cNvPr>
          <p:cNvSpPr>
            <a:spLocks xmlns:a="http://schemas.openxmlformats.org/drawingml/2006/main" noGrp="1"/>
          </p:cNvSpPr>
          <p:nvPr/>
        </p:nvSpPr>
        <p:spPr>
          <a:xfrm xmlns:a="http://schemas.openxmlformats.org/drawingml/2006/main">
            <a:off x="8020050" y="3257550"/>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AA1D39"/>
                </a:solidFill>
                <a:latin typeface="Be Vietnam Pro"/>
                <a:ea typeface="Be Vietnam Pro"/>
                <a:cs typeface="Be Vietnam Pro"/>
              </a:defRPr>
            </a:defPPr>
            <a:lvl1pPr>
              <a:defRPr sz="3375" b="1">
                <a:solidFill>
                  <a:srgbClr val="AA1D39"/>
                </a:solidFill>
                <a:latin typeface="Be Vietnam Pro"/>
                <a:ea typeface="Be Vietnam Pro"/>
                <a:cs typeface="Be Vietnam Pro"/>
              </a:defRPr>
            </a:lvl1pPr>
            <a:lvl2pPr>
              <a:defRPr sz="3375" b="1">
                <a:solidFill>
                  <a:srgbClr val="AA1D39"/>
                </a:solidFill>
                <a:latin typeface="Be Vietnam Pro"/>
                <a:ea typeface="Be Vietnam Pro"/>
                <a:cs typeface="Be Vietnam Pro"/>
              </a:defRPr>
            </a:lvl2pPr>
            <a:lvl3pPr>
              <a:defRPr sz="3375" b="1">
                <a:solidFill>
                  <a:srgbClr val="AA1D39"/>
                </a:solidFill>
                <a:latin typeface="Be Vietnam Pro"/>
                <a:ea typeface="Be Vietnam Pro"/>
                <a:cs typeface="Be Vietnam Pro"/>
              </a:defRPr>
            </a:lvl3pPr>
            <a:lvl4pPr>
              <a:defRPr sz="3375" b="1">
                <a:solidFill>
                  <a:srgbClr val="AA1D39"/>
                </a:solidFill>
                <a:latin typeface="Be Vietnam Pro"/>
                <a:ea typeface="Be Vietnam Pro"/>
                <a:cs typeface="Be Vietnam Pro"/>
              </a:defRPr>
            </a:lvl4pPr>
            <a:lvl5pPr>
              <a:defRPr sz="3375" b="1">
                <a:solidFill>
                  <a:srgbClr val="AA1D39"/>
                </a:solidFill>
                <a:latin typeface="Be Vietnam Pro"/>
                <a:ea typeface="Be Vietnam Pro"/>
                <a:cs typeface="Be Vietnam Pro"/>
              </a:defRPr>
            </a:lvl5pPr>
            <a:lvl6pPr>
              <a:defRPr sz="3375" b="1">
                <a:solidFill>
                  <a:srgbClr val="AA1D39"/>
                </a:solidFill>
                <a:latin typeface="Be Vietnam Pro"/>
                <a:ea typeface="Be Vietnam Pro"/>
                <a:cs typeface="Be Vietnam Pro"/>
              </a:defRPr>
            </a:lvl6pPr>
            <a:lvl7pPr>
              <a:defRPr sz="3375" b="1">
                <a:solidFill>
                  <a:srgbClr val="AA1D39"/>
                </a:solidFill>
                <a:latin typeface="Be Vietnam Pro"/>
                <a:ea typeface="Be Vietnam Pro"/>
                <a:cs typeface="Be Vietnam Pro"/>
              </a:defRPr>
            </a:lvl7pPr>
            <a:lvl8pPr>
              <a:defRPr sz="3375" b="1">
                <a:solidFill>
                  <a:srgbClr val="AA1D39"/>
                </a:solidFill>
                <a:latin typeface="Be Vietnam Pro"/>
                <a:ea typeface="Be Vietnam Pro"/>
                <a:cs typeface="Be Vietnam Pro"/>
              </a:defRPr>
            </a:lvl8pPr>
            <a:lvl9pPr>
              <a:defRPr sz="3375" b="1">
                <a:solidFill>
                  <a:srgbClr val="AA1D39"/>
                </a:solidFill>
                <a:latin typeface="Be Vietnam Pro"/>
                <a:ea typeface="Be Vietnam Pro"/>
                <a:cs typeface="Be Vietnam Pro"/>
              </a:defRPr>
            </a:lvl9pPr>
          </a:lstStyle>
          <a:p xmlns:a="http://schemas.openxmlformats.org/drawingml/2006/main">
            <a:pPr>
              <a:lnSpc>
                <a:spcPct val="116000"/>
              </a:lnSpc>
              <a:buNone/>
              <a:defRPr sz="3375" b="1">
                <a:solidFill>
                  <a:srgbClr val="AA1D39"/>
                </a:solidFill>
                <a:latin typeface="Be Vietnam Pro"/>
                <a:ea typeface="Be Vietnam Pro"/>
                <a:cs typeface="Be Vietnam Pro"/>
              </a:defRPr>
            </a:pPr>
            <a:r>
              <a:rPr sz="3375" b="1">
                <a:solidFill>
                  <a:srgbClr val="AA1D39"/>
                </a:solidFill>
                <a:latin typeface="Be Vietnam Pro"/>
                <a:ea typeface="Be Vietnam Pro"/>
                <a:cs typeface="Be Vietnam Pro"/>
              </a:rPr>
              <a:t>03</a:t>
            </a:r>
          </a:p>
        </p:txBody>
      </p:sp>
      <p:sp>
        <p:nvSpPr>
          <p:cNvPr id="12" name="body">
            <a:extLst xmlns:a="http://schemas.openxmlformats.org/drawingml/2006/main">
              <a:ext uri="{FF2B5EF4-FFF2-40B4-BE49-F238E27FC236}">
                <a16:creationId xmlns:a16="http://schemas.microsoft.com/office/drawing/2014/main" id="{08F7263D-B304-4729-AE71-5F1DEC51A651}"/>
              </a:ext>
            </a:extLst>
          </p:cNvPr>
          <p:cNvSpPr>
            <a:spLocks xmlns:a="http://schemas.openxmlformats.org/drawingml/2006/main" noGrp="1"/>
          </p:cNvSpPr>
          <p:nvPr/>
        </p:nvSpPr>
        <p:spPr>
          <a:xfrm xmlns:a="http://schemas.openxmlformats.org/drawingml/2006/main">
            <a:off x="8020050" y="4048125"/>
            <a:ext cx="3286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Notary offices</a:t>
            </a:r>
          </a:p>
        </p:txBody>
      </p:sp>
      <p:sp>
        <p:nvSpPr>
          <p:cNvPr id="13" name="body">
            <a:extLst xmlns:a="http://schemas.openxmlformats.org/drawingml/2006/main">
              <a:ext uri="{FF2B5EF4-FFF2-40B4-BE49-F238E27FC236}">
                <a16:creationId xmlns:a16="http://schemas.microsoft.com/office/drawing/2014/main" id="{4F64D6A6-608A-4C33-8080-0585C3BD8E26}"/>
              </a:ext>
            </a:extLst>
          </p:cNvPr>
          <p:cNvSpPr>
            <a:spLocks xmlns:a="http://schemas.openxmlformats.org/drawingml/2006/main" noGrp="1"/>
          </p:cNvSpPr>
          <p:nvPr/>
        </p:nvSpPr>
        <p:spPr>
          <a:xfrm xmlns:a="http://schemas.openxmlformats.org/drawingml/2006/main">
            <a:off x="8020050" y="47815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Review cases, request corrections and manage sessions.</a:t>
            </a:r>
          </a:p>
        </p:txBody>
      </p:sp>
    </p:spTree>
    <p:extLst>
      <p:ext uri="{BB962C8B-B14F-4D97-AF65-F5344CB8AC3E}">
        <p14:creationId xmlns:p14="http://schemas.microsoft.com/office/powerpoint/2010/main" val="226221397"/>
      </p:ext>
    </p:extLst>
  </p:cSld>
</p:sld>
</file>

<file path=ppt/slides/slide4.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8324A18E-B4C2-4E30-AF3F-7BDE0E7BEDC0}"/>
              </a:ext>
            </a:extLst>
          </p:cNvPr>
          <p:cNvPicPr>
            <a:picLocks xmlns:a="http://schemas.openxmlformats.org/drawingml/2006/main" noChangeAspect="1"/>
          </p:cNvPicPr>
          <p:nvPr/>
        </p:nvPicPr>
        <p:blipFill>
          <a:blip xmlns:r="http://schemas.openxmlformats.org/officeDocument/2006/relationships" xmlns:a="http://schemas.openxmlformats.org/drawingml/2006/main" r:embed="R2b76128c47424cfa">
            <a:extLst>
              <a:ext uri="{96DAC541-7B7A-43D3-8B79-37D633B846F1}">
                <asvg:svgBlip xmlns:asvg="http://schemas.microsoft.com/office/drawing/2016/SVG/main" r:embed="R3d0bc4c5c47c4f61"/>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9AF3D79C-984F-4682-9EEA-AC806017852B}"/>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One case across the entire workflow</a:t>
            </a:r>
          </a:p>
        </p:txBody>
      </p:sp>
      <p:sp>
        <p:nvSpPr>
          <p:cNvPr id="3" name="page">
            <a:extLst xmlns:a="http://schemas.openxmlformats.org/drawingml/2006/main">
              <a:ext uri="{FF2B5EF4-FFF2-40B4-BE49-F238E27FC236}">
                <a16:creationId xmlns:a16="http://schemas.microsoft.com/office/drawing/2014/main" id="{59D76C01-59CD-4B96-93EB-B177F0AB2394}"/>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04</a:t>
            </a:r>
          </a:p>
        </p:txBody>
      </p:sp>
      <p:sp>
        <p:nvSpPr>
          <p:cNvPr id="4" name="body">
            <a:extLst xmlns:a="http://schemas.openxmlformats.org/drawingml/2006/main">
              <a:ext uri="{FF2B5EF4-FFF2-40B4-BE49-F238E27FC236}">
                <a16:creationId xmlns:a16="http://schemas.microsoft.com/office/drawing/2014/main" id="{DF15FFDF-B819-4975-879A-2572C3482E29}"/>
              </a:ext>
            </a:extLst>
          </p:cNvPr>
          <p:cNvSpPr>
            <a:spLocks xmlns:a="http://schemas.openxmlformats.org/drawingml/2006/main" noGrp="1"/>
          </p:cNvSpPr>
          <p:nvPr/>
        </p:nvSpPr>
        <p:spPr>
          <a:xfrm xmlns:a="http://schemas.openxmlformats.org/drawingml/2006/main">
            <a:off x="609600" y="22860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1</a:t>
            </a:r>
          </a:p>
        </p:txBody>
      </p:sp>
      <p:sp>
        <p:nvSpPr>
          <p:cNvPr id="5" name="body">
            <a:extLst xmlns:a="http://schemas.openxmlformats.org/drawingml/2006/main">
              <a:ext uri="{FF2B5EF4-FFF2-40B4-BE49-F238E27FC236}">
                <a16:creationId xmlns:a16="http://schemas.microsoft.com/office/drawing/2014/main" id="{BA0836A5-6ED7-4DE1-BA13-28E6C5A419FD}"/>
              </a:ext>
            </a:extLst>
          </p:cNvPr>
          <p:cNvSpPr>
            <a:spLocks xmlns:a="http://schemas.openxmlformats.org/drawingml/2006/main" noGrp="1"/>
          </p:cNvSpPr>
          <p:nvPr/>
        </p:nvSpPr>
        <p:spPr>
          <a:xfrm xmlns:a="http://schemas.openxmlformats.org/drawingml/2006/main">
            <a:off x="1257300" y="2295525"/>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Submit</a:t>
            </a:r>
          </a:p>
        </p:txBody>
      </p:sp>
      <p:sp>
        <p:nvSpPr>
          <p:cNvPr id="6" name="body">
            <a:extLst xmlns:a="http://schemas.openxmlformats.org/drawingml/2006/main">
              <a:ext uri="{FF2B5EF4-FFF2-40B4-BE49-F238E27FC236}">
                <a16:creationId xmlns:a16="http://schemas.microsoft.com/office/drawing/2014/main" id="{CECD5B6F-9D33-4F40-AC54-4623DC93CD75}"/>
              </a:ext>
            </a:extLst>
          </p:cNvPr>
          <p:cNvSpPr>
            <a:spLocks xmlns:a="http://schemas.openxmlformats.org/drawingml/2006/main" noGrp="1"/>
          </p:cNvSpPr>
          <p:nvPr/>
        </p:nvSpPr>
        <p:spPr>
          <a:xfrm xmlns:a="http://schemas.openxmlformats.org/drawingml/2006/main">
            <a:off x="3143250" y="2305050"/>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Service, details and supporting files</a:t>
            </a:r>
          </a:p>
        </p:txBody>
      </p:sp>
      <p:sp>
        <p:nvSpPr>
          <p:cNvPr id="7" name="body">
            <a:extLst xmlns:a="http://schemas.openxmlformats.org/drawingml/2006/main">
              <a:ext uri="{FF2B5EF4-FFF2-40B4-BE49-F238E27FC236}">
                <a16:creationId xmlns:a16="http://schemas.microsoft.com/office/drawing/2014/main" id="{06BA6E53-DA11-4B0F-A5DD-5311A1B30A6F}"/>
              </a:ext>
            </a:extLst>
          </p:cNvPr>
          <p:cNvSpPr>
            <a:spLocks xmlns:a="http://schemas.openxmlformats.org/drawingml/2006/main" noGrp="1"/>
          </p:cNvSpPr>
          <p:nvPr/>
        </p:nvSpPr>
        <p:spPr>
          <a:xfrm xmlns:a="http://schemas.openxmlformats.org/drawingml/2006/main">
            <a:off x="609600" y="3152775"/>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2</a:t>
            </a:r>
          </a:p>
        </p:txBody>
      </p:sp>
      <p:sp>
        <p:nvSpPr>
          <p:cNvPr id="8" name="body">
            <a:extLst xmlns:a="http://schemas.openxmlformats.org/drawingml/2006/main">
              <a:ext uri="{FF2B5EF4-FFF2-40B4-BE49-F238E27FC236}">
                <a16:creationId xmlns:a16="http://schemas.microsoft.com/office/drawing/2014/main" id="{7965EFBC-1BCA-4124-8C02-14CFA2119BDF}"/>
              </a:ext>
            </a:extLst>
          </p:cNvPr>
          <p:cNvSpPr>
            <a:spLocks xmlns:a="http://schemas.openxmlformats.org/drawingml/2006/main" noGrp="1"/>
          </p:cNvSpPr>
          <p:nvPr/>
        </p:nvSpPr>
        <p:spPr>
          <a:xfrm xmlns:a="http://schemas.openxmlformats.org/drawingml/2006/main">
            <a:off x="1257300" y="316230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Review</a:t>
            </a:r>
          </a:p>
        </p:txBody>
      </p:sp>
      <p:sp>
        <p:nvSpPr>
          <p:cNvPr id="9" name="body">
            <a:extLst xmlns:a="http://schemas.openxmlformats.org/drawingml/2006/main">
              <a:ext uri="{FF2B5EF4-FFF2-40B4-BE49-F238E27FC236}">
                <a16:creationId xmlns:a16="http://schemas.microsoft.com/office/drawing/2014/main" id="{3695723A-B5BB-49C2-AAD5-678C031D9647}"/>
              </a:ext>
            </a:extLst>
          </p:cNvPr>
          <p:cNvSpPr>
            <a:spLocks xmlns:a="http://schemas.openxmlformats.org/drawingml/2006/main" noGrp="1"/>
          </p:cNvSpPr>
          <p:nvPr/>
        </p:nvSpPr>
        <p:spPr>
          <a:xfrm xmlns:a="http://schemas.openxmlformats.org/drawingml/2006/main">
            <a:off x="3143250" y="3171825"/>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Notary assessment and requested corrections</a:t>
            </a:r>
          </a:p>
        </p:txBody>
      </p:sp>
      <p:sp>
        <p:nvSpPr>
          <p:cNvPr id="10" name="body">
            <a:extLst xmlns:a="http://schemas.openxmlformats.org/drawingml/2006/main">
              <a:ext uri="{FF2B5EF4-FFF2-40B4-BE49-F238E27FC236}">
                <a16:creationId xmlns:a16="http://schemas.microsoft.com/office/drawing/2014/main" id="{FCCF7C9E-8414-43FE-8B14-ADCE289174CB}"/>
              </a:ext>
            </a:extLst>
          </p:cNvPr>
          <p:cNvSpPr>
            <a:spLocks xmlns:a="http://schemas.openxmlformats.org/drawingml/2006/main" noGrp="1"/>
          </p:cNvSpPr>
          <p:nvPr/>
        </p:nvSpPr>
        <p:spPr>
          <a:xfrm xmlns:a="http://schemas.openxmlformats.org/drawingml/2006/main">
            <a:off x="609600" y="40195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3</a:t>
            </a:r>
          </a:p>
        </p:txBody>
      </p:sp>
      <p:sp>
        <p:nvSpPr>
          <p:cNvPr id="11" name="body">
            <a:extLst xmlns:a="http://schemas.openxmlformats.org/drawingml/2006/main">
              <a:ext uri="{FF2B5EF4-FFF2-40B4-BE49-F238E27FC236}">
                <a16:creationId xmlns:a16="http://schemas.microsoft.com/office/drawing/2014/main" id="{FDA74C3F-91FA-43F1-A3D5-869505AAB59F}"/>
              </a:ext>
            </a:extLst>
          </p:cNvPr>
          <p:cNvSpPr>
            <a:spLocks xmlns:a="http://schemas.openxmlformats.org/drawingml/2006/main" noGrp="1"/>
          </p:cNvSpPr>
          <p:nvPr/>
        </p:nvSpPr>
        <p:spPr>
          <a:xfrm xmlns:a="http://schemas.openxmlformats.org/drawingml/2006/main">
            <a:off x="1257300" y="4029075"/>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Sign</a:t>
            </a:r>
          </a:p>
        </p:txBody>
      </p:sp>
      <p:sp>
        <p:nvSpPr>
          <p:cNvPr id="12" name="body">
            <a:extLst xmlns:a="http://schemas.openxmlformats.org/drawingml/2006/main">
              <a:ext uri="{FF2B5EF4-FFF2-40B4-BE49-F238E27FC236}">
                <a16:creationId xmlns:a16="http://schemas.microsoft.com/office/drawing/2014/main" id="{11CB8FCF-0C7A-4D91-AD46-CD7DA7B4D115}"/>
              </a:ext>
            </a:extLst>
          </p:cNvPr>
          <p:cNvSpPr>
            <a:spLocks xmlns:a="http://schemas.openxmlformats.org/drawingml/2006/main" noGrp="1"/>
          </p:cNvSpPr>
          <p:nvPr/>
        </p:nvSpPr>
        <p:spPr>
          <a:xfrm xmlns:a="http://schemas.openxmlformats.org/drawingml/2006/main">
            <a:off x="3143250" y="4038600"/>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Signing step in the application</a:t>
            </a:r>
          </a:p>
        </p:txBody>
      </p:sp>
      <p:sp>
        <p:nvSpPr>
          <p:cNvPr id="13" name="body">
            <a:extLst xmlns:a="http://schemas.openxmlformats.org/drawingml/2006/main">
              <a:ext uri="{FF2B5EF4-FFF2-40B4-BE49-F238E27FC236}">
                <a16:creationId xmlns:a16="http://schemas.microsoft.com/office/drawing/2014/main" id="{9ABC4BA5-AFEB-483C-808B-664F7358817E}"/>
              </a:ext>
            </a:extLst>
          </p:cNvPr>
          <p:cNvSpPr>
            <a:spLocks xmlns:a="http://schemas.openxmlformats.org/drawingml/2006/main" noGrp="1"/>
          </p:cNvSpPr>
          <p:nvPr/>
        </p:nvSpPr>
        <p:spPr>
          <a:xfrm xmlns:a="http://schemas.openxmlformats.org/drawingml/2006/main">
            <a:off x="609600" y="4886325"/>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AA1D39"/>
                </a:solidFill>
                <a:latin typeface="Be Vietnam Pro"/>
                <a:ea typeface="Be Vietnam Pro"/>
                <a:cs typeface="Be Vietnam Pro"/>
              </a:defRPr>
            </a:defPPr>
            <a:lvl1pPr>
              <a:defRPr sz="2325" b="1">
                <a:solidFill>
                  <a:srgbClr val="AA1D39"/>
                </a:solidFill>
                <a:latin typeface="Be Vietnam Pro"/>
                <a:ea typeface="Be Vietnam Pro"/>
                <a:cs typeface="Be Vietnam Pro"/>
              </a:defRPr>
            </a:lvl1pPr>
            <a:lvl2pPr>
              <a:defRPr sz="2325" b="1">
                <a:solidFill>
                  <a:srgbClr val="AA1D39"/>
                </a:solidFill>
                <a:latin typeface="Be Vietnam Pro"/>
                <a:ea typeface="Be Vietnam Pro"/>
                <a:cs typeface="Be Vietnam Pro"/>
              </a:defRPr>
            </a:lvl2pPr>
            <a:lvl3pPr>
              <a:defRPr sz="2325" b="1">
                <a:solidFill>
                  <a:srgbClr val="AA1D39"/>
                </a:solidFill>
                <a:latin typeface="Be Vietnam Pro"/>
                <a:ea typeface="Be Vietnam Pro"/>
                <a:cs typeface="Be Vietnam Pro"/>
              </a:defRPr>
            </a:lvl3pPr>
            <a:lvl4pPr>
              <a:defRPr sz="2325" b="1">
                <a:solidFill>
                  <a:srgbClr val="AA1D39"/>
                </a:solidFill>
                <a:latin typeface="Be Vietnam Pro"/>
                <a:ea typeface="Be Vietnam Pro"/>
                <a:cs typeface="Be Vietnam Pro"/>
              </a:defRPr>
            </a:lvl4pPr>
            <a:lvl5pPr>
              <a:defRPr sz="2325" b="1">
                <a:solidFill>
                  <a:srgbClr val="AA1D39"/>
                </a:solidFill>
                <a:latin typeface="Be Vietnam Pro"/>
                <a:ea typeface="Be Vietnam Pro"/>
                <a:cs typeface="Be Vietnam Pro"/>
              </a:defRPr>
            </a:lvl5pPr>
            <a:lvl6pPr>
              <a:defRPr sz="2325" b="1">
                <a:solidFill>
                  <a:srgbClr val="AA1D39"/>
                </a:solidFill>
                <a:latin typeface="Be Vietnam Pro"/>
                <a:ea typeface="Be Vietnam Pro"/>
                <a:cs typeface="Be Vietnam Pro"/>
              </a:defRPr>
            </a:lvl6pPr>
            <a:lvl7pPr>
              <a:defRPr sz="2325" b="1">
                <a:solidFill>
                  <a:srgbClr val="AA1D39"/>
                </a:solidFill>
                <a:latin typeface="Be Vietnam Pro"/>
                <a:ea typeface="Be Vietnam Pro"/>
                <a:cs typeface="Be Vietnam Pro"/>
              </a:defRPr>
            </a:lvl7pPr>
            <a:lvl8pPr>
              <a:defRPr sz="2325" b="1">
                <a:solidFill>
                  <a:srgbClr val="AA1D39"/>
                </a:solidFill>
                <a:latin typeface="Be Vietnam Pro"/>
                <a:ea typeface="Be Vietnam Pro"/>
                <a:cs typeface="Be Vietnam Pro"/>
              </a:defRPr>
            </a:lvl8pPr>
            <a:lvl9pPr>
              <a:defRPr sz="2325" b="1">
                <a:solidFill>
                  <a:srgbClr val="AA1D39"/>
                </a:solidFill>
                <a:latin typeface="Be Vietnam Pro"/>
                <a:ea typeface="Be Vietnam Pro"/>
                <a:cs typeface="Be Vietnam Pro"/>
              </a:defRPr>
            </a:lvl9pPr>
          </a:lstStyle>
          <a:p xmlns:a="http://schemas.openxmlformats.org/drawingml/2006/main">
            <a:pPr>
              <a:lnSpc>
                <a:spcPct val="116000"/>
              </a:lnSpc>
              <a:buNone/>
              <a:defRPr sz="2325" b="1">
                <a:solidFill>
                  <a:srgbClr val="AA1D39"/>
                </a:solidFill>
                <a:latin typeface="Be Vietnam Pro"/>
                <a:ea typeface="Be Vietnam Pro"/>
                <a:cs typeface="Be Vietnam Pro"/>
              </a:defRPr>
            </a:pPr>
            <a:r>
              <a:rPr sz="2325" b="1">
                <a:solidFill>
                  <a:srgbClr val="AA1D39"/>
                </a:solidFill>
                <a:latin typeface="Be Vietnam Pro"/>
                <a:ea typeface="Be Vietnam Pro"/>
                <a:cs typeface="Be Vietnam Pro"/>
              </a:rPr>
              <a:t>4</a:t>
            </a:r>
          </a:p>
        </p:txBody>
      </p:sp>
      <p:sp>
        <p:nvSpPr>
          <p:cNvPr id="14" name="body">
            <a:extLst xmlns:a="http://schemas.openxmlformats.org/drawingml/2006/main">
              <a:ext uri="{FF2B5EF4-FFF2-40B4-BE49-F238E27FC236}">
                <a16:creationId xmlns:a16="http://schemas.microsoft.com/office/drawing/2014/main" id="{74B78859-01C5-4E18-A3DB-EBBD6136232D}"/>
              </a:ext>
            </a:extLst>
          </p:cNvPr>
          <p:cNvSpPr>
            <a:spLocks xmlns:a="http://schemas.openxmlformats.org/drawingml/2006/main" noGrp="1"/>
          </p:cNvSpPr>
          <p:nvPr/>
        </p:nvSpPr>
        <p:spPr>
          <a:xfrm xmlns:a="http://schemas.openxmlformats.org/drawingml/2006/main">
            <a:off x="1257300" y="489585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Complete</a:t>
            </a:r>
          </a:p>
        </p:txBody>
      </p:sp>
      <p:sp>
        <p:nvSpPr>
          <p:cNvPr id="15" name="body">
            <a:extLst xmlns:a="http://schemas.openxmlformats.org/drawingml/2006/main">
              <a:ext uri="{FF2B5EF4-FFF2-40B4-BE49-F238E27FC236}">
                <a16:creationId xmlns:a16="http://schemas.microsoft.com/office/drawing/2014/main" id="{364AC9C4-B79A-4AE5-8E75-B5E842A95911}"/>
              </a:ext>
            </a:extLst>
          </p:cNvPr>
          <p:cNvSpPr>
            <a:spLocks xmlns:a="http://schemas.openxmlformats.org/drawingml/2006/main" noGrp="1"/>
          </p:cNvSpPr>
          <p:nvPr/>
        </p:nvSpPr>
        <p:spPr>
          <a:xfrm xmlns:a="http://schemas.openxmlformats.org/drawingml/2006/main">
            <a:off x="3143250" y="4905375"/>
            <a:ext cx="4286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65F68"/>
                </a:solidFill>
                <a:latin typeface="Be Vietnam Pro"/>
                <a:ea typeface="Be Vietnam Pro"/>
                <a:cs typeface="Be Vietnam Pro"/>
              </a:defRPr>
            </a:defPPr>
            <a:lvl1pPr>
              <a:defRPr sz="1800" b="0">
                <a:solidFill>
                  <a:srgbClr val="665F68"/>
                </a:solidFill>
                <a:latin typeface="Be Vietnam Pro"/>
                <a:ea typeface="Be Vietnam Pro"/>
                <a:cs typeface="Be Vietnam Pro"/>
              </a:defRPr>
            </a:lvl1pPr>
            <a:lvl2pPr>
              <a:defRPr sz="1800" b="0">
                <a:solidFill>
                  <a:srgbClr val="665F68"/>
                </a:solidFill>
                <a:latin typeface="Be Vietnam Pro"/>
                <a:ea typeface="Be Vietnam Pro"/>
                <a:cs typeface="Be Vietnam Pro"/>
              </a:defRPr>
            </a:lvl2pPr>
            <a:lvl3pPr>
              <a:defRPr sz="1800" b="0">
                <a:solidFill>
                  <a:srgbClr val="665F68"/>
                </a:solidFill>
                <a:latin typeface="Be Vietnam Pro"/>
                <a:ea typeface="Be Vietnam Pro"/>
                <a:cs typeface="Be Vietnam Pro"/>
              </a:defRPr>
            </a:lvl3pPr>
            <a:lvl4pPr>
              <a:defRPr sz="1800" b="0">
                <a:solidFill>
                  <a:srgbClr val="665F68"/>
                </a:solidFill>
                <a:latin typeface="Be Vietnam Pro"/>
                <a:ea typeface="Be Vietnam Pro"/>
                <a:cs typeface="Be Vietnam Pro"/>
              </a:defRPr>
            </a:lvl4pPr>
            <a:lvl5pPr>
              <a:defRPr sz="1800" b="0">
                <a:solidFill>
                  <a:srgbClr val="665F68"/>
                </a:solidFill>
                <a:latin typeface="Be Vietnam Pro"/>
                <a:ea typeface="Be Vietnam Pro"/>
                <a:cs typeface="Be Vietnam Pro"/>
              </a:defRPr>
            </a:lvl5pPr>
            <a:lvl6pPr>
              <a:defRPr sz="1800" b="0">
                <a:solidFill>
                  <a:srgbClr val="665F68"/>
                </a:solidFill>
                <a:latin typeface="Be Vietnam Pro"/>
                <a:ea typeface="Be Vietnam Pro"/>
                <a:cs typeface="Be Vietnam Pro"/>
              </a:defRPr>
            </a:lvl6pPr>
            <a:lvl7pPr>
              <a:defRPr sz="1800" b="0">
                <a:solidFill>
                  <a:srgbClr val="665F68"/>
                </a:solidFill>
                <a:latin typeface="Be Vietnam Pro"/>
                <a:ea typeface="Be Vietnam Pro"/>
                <a:cs typeface="Be Vietnam Pro"/>
              </a:defRPr>
            </a:lvl7pPr>
            <a:lvl8pPr>
              <a:defRPr sz="1800" b="0">
                <a:solidFill>
                  <a:srgbClr val="665F68"/>
                </a:solidFill>
                <a:latin typeface="Be Vietnam Pro"/>
                <a:ea typeface="Be Vietnam Pro"/>
                <a:cs typeface="Be Vietnam Pro"/>
              </a:defRPr>
            </a:lvl8pPr>
            <a:lvl9pPr>
              <a:defRPr sz="1800" b="0">
                <a:solidFill>
                  <a:srgbClr val="665F68"/>
                </a:solidFill>
                <a:latin typeface="Be Vietnam Pro"/>
                <a:ea typeface="Be Vietnam Pro"/>
                <a:cs typeface="Be Vietnam Pro"/>
              </a:defRPr>
            </a:lvl9pPr>
          </a:lstStyle>
          <a:p xmlns:a="http://schemas.openxmlformats.org/drawingml/2006/main">
            <a:pPr>
              <a:lnSpc>
                <a:spcPct val="116000"/>
              </a:lnSpc>
              <a:buNone/>
              <a:defRPr sz="1800" b="0">
                <a:solidFill>
                  <a:srgbClr val="665F68"/>
                </a:solidFill>
                <a:latin typeface="Be Vietnam Pro"/>
                <a:ea typeface="Be Vietnam Pro"/>
                <a:cs typeface="Be Vietnam Pro"/>
              </a:defRPr>
            </a:pPr>
            <a:r>
              <a:rPr sz="1800" b="0">
                <a:solidFill>
                  <a:srgbClr val="665F68"/>
                </a:solidFill>
                <a:latin typeface="Be Vietnam Pro"/>
                <a:ea typeface="Be Vietnam Pro"/>
                <a:cs typeface="Be Vietnam Pro"/>
              </a:rPr>
              <a:t>Payment status, issued files and wallet</a:t>
            </a:r>
          </a:p>
        </p:txBody>
      </p:sp>
      <p:pic>
        <p:nvPicPr>
          <p:cNvPr id="16" name="">
            <a:extLst xmlns:a="http://schemas.openxmlformats.org/drawingml/2006/main">
              <a:ext uri="{FF2B5EF4-FFF2-40B4-BE49-F238E27FC236}">
                <a16:creationId xmlns:a16="http://schemas.microsoft.com/office/drawing/2014/main" id="{4AED8EFE-6AE5-40A9-8A1D-B482B8901BE8}"/>
              </a:ext>
            </a:extLst>
          </p:cNvPr>
          <p:cNvPicPr>
            <a:picLocks xmlns:a="http://schemas.openxmlformats.org/drawingml/2006/main" noChangeAspect="1"/>
          </p:cNvPicPr>
          <p:nvPr/>
        </p:nvPicPr>
        <p:blipFill>
          <a:blip xmlns:r="http://schemas.openxmlformats.org/officeDocument/2006/relationships" xmlns:a="http://schemas.openxmlformats.org/drawingml/2006/main" r:embed="Rdf1a6ceaaa0a40e6"/>
          <a:stretch xmlns:a="http://schemas.openxmlformats.org/drawingml/2006/main"/>
        </p:blipFill>
        <p:spPr>
          <a:xfrm xmlns:a="http://schemas.openxmlformats.org/drawingml/2006/main">
            <a:off x="8798075" y="1790700"/>
            <a:ext cx="2015824" cy="4362450"/>
          </a:xfrm>
          <a:prstGeom xmlns:a="http://schemas.openxmlformats.org/drawingml/2006/main" prst="rect">
            <a:avLst/>
          </a:prstGeom>
        </p:spPr>
      </p:pic>
      <p:sp>
        <p:nvSpPr>
          <p:cNvPr id="17" name="source-note">
            <a:extLst xmlns:a="http://schemas.openxmlformats.org/drawingml/2006/main">
              <a:ext uri="{FF2B5EF4-FFF2-40B4-BE49-F238E27FC236}">
                <a16:creationId xmlns:a16="http://schemas.microsoft.com/office/drawing/2014/main" id="{585BB2BC-D236-462C-A47D-2E41F22A09D1}"/>
              </a:ext>
            </a:extLst>
          </p:cNvPr>
          <p:cNvSpPr>
            <a:spLocks xmlns:a="http://schemas.openxmlformats.org/drawingml/2006/main" noGrp="1"/>
          </p:cNvSpPr>
          <p:nvPr/>
        </p:nvSpPr>
        <p:spPr>
          <a:xfrm xmlns:a="http://schemas.openxmlformats.org/drawingml/2006/main">
            <a:off x="609600" y="59055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Synthetic demonstration data</a:t>
            </a:r>
          </a:p>
        </p:txBody>
      </p:sp>
    </p:spTree>
    <p:extLst>
      <p:ext uri="{BB962C8B-B14F-4D97-AF65-F5344CB8AC3E}">
        <p14:creationId xmlns:p14="http://schemas.microsoft.com/office/powerpoint/2010/main" val="801653944"/>
      </p:ext>
    </p:extLst>
  </p:cSld>
</p:sld>
</file>

<file path=ppt/slides/slide5.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96B1F61-FB27-4D65-873B-7CB74130E10C}"/>
              </a:ext>
            </a:extLst>
          </p:cNvPr>
          <p:cNvPicPr>
            <a:picLocks xmlns:a="http://schemas.openxmlformats.org/drawingml/2006/main" noChangeAspect="1"/>
          </p:cNvPicPr>
          <p:nvPr/>
        </p:nvPicPr>
        <p:blipFill>
          <a:blip xmlns:r="http://schemas.openxmlformats.org/officeDocument/2006/relationships" xmlns:a="http://schemas.openxmlformats.org/drawingml/2006/main" r:embed="R2267f7090f6842ae">
            <a:extLst>
              <a:ext uri="{96DAC541-7B7A-43D3-8B79-37D633B846F1}">
                <asvg:svgBlip xmlns:asvg="http://schemas.microsoft.com/office/drawing/2016/SVG/main" r:embed="R5856cdae123e4802"/>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224575F5-7674-4041-91F6-C74255BB388E}"/>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Guided submission in Vietnamese</a:t>
            </a:r>
          </a:p>
        </p:txBody>
      </p:sp>
      <p:sp>
        <p:nvSpPr>
          <p:cNvPr id="3" name="page">
            <a:extLst xmlns:a="http://schemas.openxmlformats.org/drawingml/2006/main">
              <a:ext uri="{FF2B5EF4-FFF2-40B4-BE49-F238E27FC236}">
                <a16:creationId xmlns:a16="http://schemas.microsoft.com/office/drawing/2014/main" id="{0D25A90C-81D4-4935-911B-1B24E5F7796C}"/>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05</a:t>
            </a:r>
          </a:p>
        </p:txBody>
      </p:sp>
      <p:pic>
        <p:nvPicPr>
          <p:cNvPr id="4" name="">
            <a:extLst xmlns:a="http://schemas.openxmlformats.org/drawingml/2006/main">
              <a:ext uri="{FF2B5EF4-FFF2-40B4-BE49-F238E27FC236}">
                <a16:creationId xmlns:a16="http://schemas.microsoft.com/office/drawing/2014/main" id="{C4184E10-C691-4A29-B0C9-F2C19BE95DA2}"/>
              </a:ext>
            </a:extLst>
          </p:cNvPr>
          <p:cNvPicPr>
            <a:picLocks xmlns:a="http://schemas.openxmlformats.org/drawingml/2006/main" noChangeAspect="1"/>
          </p:cNvPicPr>
          <p:nvPr/>
        </p:nvPicPr>
        <p:blipFill>
          <a:blip xmlns:r="http://schemas.openxmlformats.org/officeDocument/2006/relationships" xmlns:a="http://schemas.openxmlformats.org/drawingml/2006/main" r:embed="R1697506f61d04ee5"/>
          <a:stretch xmlns:a="http://schemas.openxmlformats.org/drawingml/2006/main"/>
        </p:blipFill>
        <p:spPr>
          <a:xfrm xmlns:a="http://schemas.openxmlformats.org/drawingml/2006/main">
            <a:off x="609961" y="2200275"/>
            <a:ext cx="1866178" cy="40386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284BA8D8-0A3D-4992-8EE9-D0D2CCB96D0A}"/>
              </a:ext>
            </a:extLst>
          </p:cNvPr>
          <p:cNvPicPr>
            <a:picLocks xmlns:a="http://schemas.openxmlformats.org/drawingml/2006/main" noChangeAspect="1"/>
          </p:cNvPicPr>
          <p:nvPr/>
        </p:nvPicPr>
        <p:blipFill>
          <a:blip xmlns:r="http://schemas.openxmlformats.org/officeDocument/2006/relationships" xmlns:a="http://schemas.openxmlformats.org/drawingml/2006/main" r:embed="R9cfbb7befc88416f"/>
          <a:stretch xmlns:a="http://schemas.openxmlformats.org/drawingml/2006/main"/>
        </p:blipFill>
        <p:spPr>
          <a:xfrm xmlns:a="http://schemas.openxmlformats.org/drawingml/2006/main">
            <a:off x="2926416" y="2362200"/>
            <a:ext cx="5329518" cy="3905250"/>
          </a:xfrm>
          <a:prstGeom xmlns:a="http://schemas.openxmlformats.org/drawingml/2006/main" prst="rect">
            <a:avLst/>
          </a:prstGeom>
        </p:spPr>
      </p:pic>
      <p:sp>
        <p:nvSpPr>
          <p:cNvPr id="6" name="body">
            <a:extLst xmlns:a="http://schemas.openxmlformats.org/drawingml/2006/main">
              <a:ext uri="{FF2B5EF4-FFF2-40B4-BE49-F238E27FC236}">
                <a16:creationId xmlns:a16="http://schemas.microsoft.com/office/drawing/2014/main" id="{2A91A674-BD4D-4D04-9E95-9B84DE0616C0}"/>
              </a:ext>
            </a:extLst>
          </p:cNvPr>
          <p:cNvSpPr>
            <a:spLocks xmlns:a="http://schemas.openxmlformats.org/drawingml/2006/main" noGrp="1"/>
          </p:cNvSpPr>
          <p:nvPr/>
        </p:nvSpPr>
        <p:spPr>
          <a:xfrm xmlns:a="http://schemas.openxmlformats.org/drawingml/2006/main">
            <a:off x="8743950" y="2371725"/>
            <a:ext cx="27908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25222A"/>
                </a:solidFill>
                <a:latin typeface="Be Vietnam Pro"/>
                <a:ea typeface="Be Vietnam Pro"/>
                <a:cs typeface="Be Vietnam Pro"/>
              </a:defRPr>
            </a:defPPr>
            <a:lvl1pPr>
              <a:defRPr sz="2250" b="1">
                <a:solidFill>
                  <a:srgbClr val="25222A"/>
                </a:solidFill>
                <a:latin typeface="Be Vietnam Pro"/>
                <a:ea typeface="Be Vietnam Pro"/>
                <a:cs typeface="Be Vietnam Pro"/>
              </a:defRPr>
            </a:lvl1pPr>
            <a:lvl2pPr>
              <a:defRPr sz="2250" b="1">
                <a:solidFill>
                  <a:srgbClr val="25222A"/>
                </a:solidFill>
                <a:latin typeface="Be Vietnam Pro"/>
                <a:ea typeface="Be Vietnam Pro"/>
                <a:cs typeface="Be Vietnam Pro"/>
              </a:defRPr>
            </a:lvl2pPr>
            <a:lvl3pPr>
              <a:defRPr sz="2250" b="1">
                <a:solidFill>
                  <a:srgbClr val="25222A"/>
                </a:solidFill>
                <a:latin typeface="Be Vietnam Pro"/>
                <a:ea typeface="Be Vietnam Pro"/>
                <a:cs typeface="Be Vietnam Pro"/>
              </a:defRPr>
            </a:lvl3pPr>
            <a:lvl4pPr>
              <a:defRPr sz="2250" b="1">
                <a:solidFill>
                  <a:srgbClr val="25222A"/>
                </a:solidFill>
                <a:latin typeface="Be Vietnam Pro"/>
                <a:ea typeface="Be Vietnam Pro"/>
                <a:cs typeface="Be Vietnam Pro"/>
              </a:defRPr>
            </a:lvl4pPr>
            <a:lvl5pPr>
              <a:defRPr sz="2250" b="1">
                <a:solidFill>
                  <a:srgbClr val="25222A"/>
                </a:solidFill>
                <a:latin typeface="Be Vietnam Pro"/>
                <a:ea typeface="Be Vietnam Pro"/>
                <a:cs typeface="Be Vietnam Pro"/>
              </a:defRPr>
            </a:lvl5pPr>
            <a:lvl6pPr>
              <a:defRPr sz="2250" b="1">
                <a:solidFill>
                  <a:srgbClr val="25222A"/>
                </a:solidFill>
                <a:latin typeface="Be Vietnam Pro"/>
                <a:ea typeface="Be Vietnam Pro"/>
                <a:cs typeface="Be Vietnam Pro"/>
              </a:defRPr>
            </a:lvl6pPr>
            <a:lvl7pPr>
              <a:defRPr sz="2250" b="1">
                <a:solidFill>
                  <a:srgbClr val="25222A"/>
                </a:solidFill>
                <a:latin typeface="Be Vietnam Pro"/>
                <a:ea typeface="Be Vietnam Pro"/>
                <a:cs typeface="Be Vietnam Pro"/>
              </a:defRPr>
            </a:lvl7pPr>
            <a:lvl8pPr>
              <a:defRPr sz="2250" b="1">
                <a:solidFill>
                  <a:srgbClr val="25222A"/>
                </a:solidFill>
                <a:latin typeface="Be Vietnam Pro"/>
                <a:ea typeface="Be Vietnam Pro"/>
                <a:cs typeface="Be Vietnam Pro"/>
              </a:defRPr>
            </a:lvl8pPr>
            <a:lvl9pPr>
              <a:defRPr sz="2250" b="1">
                <a:solidFill>
                  <a:srgbClr val="25222A"/>
                </a:solidFill>
                <a:latin typeface="Be Vietnam Pro"/>
                <a:ea typeface="Be Vietnam Pro"/>
                <a:cs typeface="Be Vietnam Pro"/>
              </a:defRPr>
            </a:lvl9pPr>
          </a:lstStyle>
          <a:p xmlns:a="http://schemas.openxmlformats.org/drawingml/2006/main">
            <a:pPr>
              <a:lnSpc>
                <a:spcPct val="116000"/>
              </a:lnSpc>
              <a:buNone/>
              <a:defRPr sz="2250" b="1">
                <a:solidFill>
                  <a:srgbClr val="25222A"/>
                </a:solidFill>
                <a:latin typeface="Be Vietnam Pro"/>
                <a:ea typeface="Be Vietnam Pro"/>
                <a:cs typeface="Be Vietnam Pro"/>
              </a:defRPr>
            </a:pPr>
            <a:r>
              <a:rPr sz="2250" b="1">
                <a:solidFill>
                  <a:srgbClr val="25222A"/>
                </a:solidFill>
                <a:latin typeface="Be Vietnam Pro"/>
                <a:ea typeface="Be Vietnam Pro"/>
                <a:cs typeface="Be Vietnam Pro"/>
              </a:rPr>
              <a:t>Prepare with fewer</a:t>
            </a:r>
          </a:p>
          <a:p xmlns:a="http://schemas.openxmlformats.org/drawingml/2006/main">
            <a:pPr>
              <a:lnSpc>
                <a:spcPct val="116000"/>
              </a:lnSpc>
              <a:buNone/>
              <a:defRPr sz="2250" b="1">
                <a:solidFill>
                  <a:srgbClr val="25222A"/>
                </a:solidFill>
                <a:latin typeface="Be Vietnam Pro"/>
                <a:ea typeface="Be Vietnam Pro"/>
                <a:cs typeface="Be Vietnam Pro"/>
              </a:defRPr>
            </a:pPr>
            <a:r>
              <a:rPr sz="2250" b="1">
                <a:solidFill>
                  <a:srgbClr val="25222A"/>
                </a:solidFill>
                <a:latin typeface="Be Vietnam Pro"/>
                <a:ea typeface="Be Vietnam Pro"/>
                <a:cs typeface="Be Vietnam Pro"/>
              </a:rPr>
              <a:t>unknowns</a:t>
            </a:r>
          </a:p>
        </p:txBody>
      </p:sp>
      <p:sp>
        <p:nvSpPr>
          <p:cNvPr id="7" name="body">
            <a:extLst xmlns:a="http://schemas.openxmlformats.org/drawingml/2006/main">
              <a:ext uri="{FF2B5EF4-FFF2-40B4-BE49-F238E27FC236}">
                <a16:creationId xmlns:a16="http://schemas.microsoft.com/office/drawing/2014/main" id="{D62FFE0A-8468-4EE0-A7C0-71AF280E0344}"/>
              </a:ext>
            </a:extLst>
          </p:cNvPr>
          <p:cNvSpPr>
            <a:spLocks xmlns:a="http://schemas.openxmlformats.org/drawingml/2006/main" noGrp="1"/>
          </p:cNvSpPr>
          <p:nvPr/>
        </p:nvSpPr>
        <p:spPr>
          <a:xfrm xmlns:a="http://schemas.openxmlformats.org/drawingml/2006/main">
            <a:off x="8743950" y="3514725"/>
            <a:ext cx="2790825"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65F68"/>
                </a:solidFill>
                <a:latin typeface="Be Vietnam Pro"/>
                <a:ea typeface="Be Vietnam Pro"/>
                <a:cs typeface="Be Vietnam Pro"/>
              </a:defRPr>
            </a:defPPr>
            <a:lvl1pPr>
              <a:defRPr sz="1875" b="0">
                <a:solidFill>
                  <a:srgbClr val="665F68"/>
                </a:solidFill>
                <a:latin typeface="Be Vietnam Pro"/>
                <a:ea typeface="Be Vietnam Pro"/>
                <a:cs typeface="Be Vietnam Pro"/>
              </a:defRPr>
            </a:lvl1pPr>
            <a:lvl2pPr>
              <a:defRPr sz="1875" b="0">
                <a:solidFill>
                  <a:srgbClr val="665F68"/>
                </a:solidFill>
                <a:latin typeface="Be Vietnam Pro"/>
                <a:ea typeface="Be Vietnam Pro"/>
                <a:cs typeface="Be Vietnam Pro"/>
              </a:defRPr>
            </a:lvl2pPr>
            <a:lvl3pPr>
              <a:defRPr sz="1875" b="0">
                <a:solidFill>
                  <a:srgbClr val="665F68"/>
                </a:solidFill>
                <a:latin typeface="Be Vietnam Pro"/>
                <a:ea typeface="Be Vietnam Pro"/>
                <a:cs typeface="Be Vietnam Pro"/>
              </a:defRPr>
            </a:lvl3pPr>
            <a:lvl4pPr>
              <a:defRPr sz="1875" b="0">
                <a:solidFill>
                  <a:srgbClr val="665F68"/>
                </a:solidFill>
                <a:latin typeface="Be Vietnam Pro"/>
                <a:ea typeface="Be Vietnam Pro"/>
                <a:cs typeface="Be Vietnam Pro"/>
              </a:defRPr>
            </a:lvl4pPr>
            <a:lvl5pPr>
              <a:defRPr sz="1875" b="0">
                <a:solidFill>
                  <a:srgbClr val="665F68"/>
                </a:solidFill>
                <a:latin typeface="Be Vietnam Pro"/>
                <a:ea typeface="Be Vietnam Pro"/>
                <a:cs typeface="Be Vietnam Pro"/>
              </a:defRPr>
            </a:lvl5pPr>
            <a:lvl6pPr>
              <a:defRPr sz="1875" b="0">
                <a:solidFill>
                  <a:srgbClr val="665F68"/>
                </a:solidFill>
                <a:latin typeface="Be Vietnam Pro"/>
                <a:ea typeface="Be Vietnam Pro"/>
                <a:cs typeface="Be Vietnam Pro"/>
              </a:defRPr>
            </a:lvl6pPr>
            <a:lvl7pPr>
              <a:defRPr sz="1875" b="0">
                <a:solidFill>
                  <a:srgbClr val="665F68"/>
                </a:solidFill>
                <a:latin typeface="Be Vietnam Pro"/>
                <a:ea typeface="Be Vietnam Pro"/>
                <a:cs typeface="Be Vietnam Pro"/>
              </a:defRPr>
            </a:lvl7pPr>
            <a:lvl8pPr>
              <a:defRPr sz="1875" b="0">
                <a:solidFill>
                  <a:srgbClr val="665F68"/>
                </a:solidFill>
                <a:latin typeface="Be Vietnam Pro"/>
                <a:ea typeface="Be Vietnam Pro"/>
                <a:cs typeface="Be Vietnam Pro"/>
              </a:defRPr>
            </a:lvl8pPr>
            <a:lvl9pPr>
              <a:defRPr sz="1875" b="0">
                <a:solidFill>
                  <a:srgbClr val="665F68"/>
                </a:solidFill>
                <a:latin typeface="Be Vietnam Pro"/>
                <a:ea typeface="Be Vietnam Pro"/>
                <a:cs typeface="Be Vietnam Pro"/>
              </a:defRPr>
            </a:lvl9pPr>
          </a:lstStyle>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Step-by-step forms</a:t>
            </a:r>
          </a:p>
          <a:p xmlns:a="http://schemas.openxmlformats.org/drawingml/2006/main">
            <a:r>
              <a:t/>
            </a:r>
          </a:p>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File selection and preview</a:t>
            </a:r>
          </a:p>
          <a:p xmlns:a="http://schemas.openxmlformats.org/drawingml/2006/main">
            <a:r>
              <a:t/>
            </a:r>
          </a:p>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A review step before sending</a:t>
            </a:r>
          </a:p>
        </p:txBody>
      </p:sp>
    </p:spTree>
    <p:extLst>
      <p:ext uri="{BB962C8B-B14F-4D97-AF65-F5344CB8AC3E}">
        <p14:creationId xmlns:p14="http://schemas.microsoft.com/office/powerpoint/2010/main" val="361060462"/>
      </p:ext>
    </p:extLst>
  </p:cSld>
</p:sld>
</file>

<file path=ppt/slides/slide6.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3FB47E5-CD66-448B-8EAC-F6CFB949F016}"/>
              </a:ext>
            </a:extLst>
          </p:cNvPr>
          <p:cNvPicPr>
            <a:picLocks xmlns:a="http://schemas.openxmlformats.org/drawingml/2006/main" noChangeAspect="1"/>
          </p:cNvPicPr>
          <p:nvPr/>
        </p:nvPicPr>
        <p:blipFill>
          <a:blip xmlns:r="http://schemas.openxmlformats.org/officeDocument/2006/relationships" xmlns:a="http://schemas.openxmlformats.org/drawingml/2006/main" r:embed="Rf9d89929c4fd4b45">
            <a:extLst>
              <a:ext uri="{96DAC541-7B7A-43D3-8B79-37D633B846F1}">
                <asvg:svgBlip xmlns:asvg="http://schemas.microsoft.com/office/drawing/2016/SVG/main" r:embed="Rc37eb143ad8f477d"/>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24E8954E-5D40-4264-BE76-B6373282F8C8}"/>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focused workspace for notary review</a:t>
            </a:r>
          </a:p>
        </p:txBody>
      </p:sp>
      <p:sp>
        <p:nvSpPr>
          <p:cNvPr id="3" name="page">
            <a:extLst xmlns:a="http://schemas.openxmlformats.org/drawingml/2006/main">
              <a:ext uri="{FF2B5EF4-FFF2-40B4-BE49-F238E27FC236}">
                <a16:creationId xmlns:a16="http://schemas.microsoft.com/office/drawing/2014/main" id="{1CA14E3E-DE47-4351-B2AC-CEB19EAD39DA}"/>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06</a:t>
            </a:r>
          </a:p>
        </p:txBody>
      </p:sp>
      <p:pic>
        <p:nvPicPr>
          <p:cNvPr id="4" name="">
            <a:extLst xmlns:a="http://schemas.openxmlformats.org/drawingml/2006/main">
              <a:ext uri="{FF2B5EF4-FFF2-40B4-BE49-F238E27FC236}">
                <a16:creationId xmlns:a16="http://schemas.microsoft.com/office/drawing/2014/main" id="{C18E9383-5489-4A13-9F1B-0F301A5F7B2C}"/>
              </a:ext>
            </a:extLst>
          </p:cNvPr>
          <p:cNvPicPr>
            <a:picLocks xmlns:a="http://schemas.openxmlformats.org/drawingml/2006/main" noChangeAspect="1"/>
          </p:cNvPicPr>
          <p:nvPr/>
        </p:nvPicPr>
        <p:blipFill>
          <a:blip xmlns:r="http://schemas.openxmlformats.org/officeDocument/2006/relationships" xmlns:a="http://schemas.openxmlformats.org/drawingml/2006/main" r:embed="Reb9e9007d2194223"/>
          <a:stretch xmlns:a="http://schemas.openxmlformats.org/drawingml/2006/main"/>
        </p:blipFill>
        <p:spPr>
          <a:xfrm xmlns:a="http://schemas.openxmlformats.org/drawingml/2006/main">
            <a:off x="1423147" y="2133600"/>
            <a:ext cx="5992906" cy="3638550"/>
          </a:xfrm>
          <a:prstGeom xmlns:a="http://schemas.openxmlformats.org/drawingml/2006/main" prst="rect">
            <a:avLst/>
          </a:prstGeom>
        </p:spPr>
      </p:pic>
      <p:sp>
        <p:nvSpPr>
          <p:cNvPr id="5" name="body">
            <a:extLst xmlns:a="http://schemas.openxmlformats.org/drawingml/2006/main">
              <a:ext uri="{FF2B5EF4-FFF2-40B4-BE49-F238E27FC236}">
                <a16:creationId xmlns:a16="http://schemas.microsoft.com/office/drawing/2014/main" id="{0421B242-A370-4F63-AE3C-BC793B2CC2FB}"/>
              </a:ext>
            </a:extLst>
          </p:cNvPr>
          <p:cNvSpPr>
            <a:spLocks xmlns:a="http://schemas.openxmlformats.org/drawingml/2006/main" noGrp="1"/>
          </p:cNvSpPr>
          <p:nvPr/>
        </p:nvSpPr>
        <p:spPr>
          <a:xfrm xmlns:a="http://schemas.openxmlformats.org/drawingml/2006/main">
            <a:off x="8629650" y="2381250"/>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Queue context</a:t>
            </a:r>
          </a:p>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and document preview</a:t>
            </a:r>
          </a:p>
        </p:txBody>
      </p:sp>
      <p:sp>
        <p:nvSpPr>
          <p:cNvPr id="6" name="body">
            <a:extLst xmlns:a="http://schemas.openxmlformats.org/drawingml/2006/main">
              <a:ext uri="{FF2B5EF4-FFF2-40B4-BE49-F238E27FC236}">
                <a16:creationId xmlns:a16="http://schemas.microsoft.com/office/drawing/2014/main" id="{C396A489-BA4D-452A-B644-BE8AF8CEE069}"/>
              </a:ext>
            </a:extLst>
          </p:cNvPr>
          <p:cNvSpPr>
            <a:spLocks xmlns:a="http://schemas.openxmlformats.org/drawingml/2006/main" noGrp="1"/>
          </p:cNvSpPr>
          <p:nvPr/>
        </p:nvSpPr>
        <p:spPr>
          <a:xfrm xmlns:a="http://schemas.openxmlformats.org/drawingml/2006/main">
            <a:off x="8629650" y="3476625"/>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65F68"/>
                </a:solidFill>
                <a:latin typeface="Be Vietnam Pro"/>
                <a:ea typeface="Be Vietnam Pro"/>
                <a:cs typeface="Be Vietnam Pro"/>
              </a:defRPr>
            </a:defPPr>
            <a:lvl1pPr>
              <a:defRPr sz="1950" b="0">
                <a:solidFill>
                  <a:srgbClr val="665F68"/>
                </a:solidFill>
                <a:latin typeface="Be Vietnam Pro"/>
                <a:ea typeface="Be Vietnam Pro"/>
                <a:cs typeface="Be Vietnam Pro"/>
              </a:defRPr>
            </a:lvl1pPr>
            <a:lvl2pPr>
              <a:defRPr sz="1950" b="0">
                <a:solidFill>
                  <a:srgbClr val="665F68"/>
                </a:solidFill>
                <a:latin typeface="Be Vietnam Pro"/>
                <a:ea typeface="Be Vietnam Pro"/>
                <a:cs typeface="Be Vietnam Pro"/>
              </a:defRPr>
            </a:lvl2pPr>
            <a:lvl3pPr>
              <a:defRPr sz="1950" b="0">
                <a:solidFill>
                  <a:srgbClr val="665F68"/>
                </a:solidFill>
                <a:latin typeface="Be Vietnam Pro"/>
                <a:ea typeface="Be Vietnam Pro"/>
                <a:cs typeface="Be Vietnam Pro"/>
              </a:defRPr>
            </a:lvl3pPr>
            <a:lvl4pPr>
              <a:defRPr sz="1950" b="0">
                <a:solidFill>
                  <a:srgbClr val="665F68"/>
                </a:solidFill>
                <a:latin typeface="Be Vietnam Pro"/>
                <a:ea typeface="Be Vietnam Pro"/>
                <a:cs typeface="Be Vietnam Pro"/>
              </a:defRPr>
            </a:lvl4pPr>
            <a:lvl5pPr>
              <a:defRPr sz="1950" b="0">
                <a:solidFill>
                  <a:srgbClr val="665F68"/>
                </a:solidFill>
                <a:latin typeface="Be Vietnam Pro"/>
                <a:ea typeface="Be Vietnam Pro"/>
                <a:cs typeface="Be Vietnam Pro"/>
              </a:defRPr>
            </a:lvl5pPr>
            <a:lvl6pPr>
              <a:defRPr sz="1950" b="0">
                <a:solidFill>
                  <a:srgbClr val="665F68"/>
                </a:solidFill>
                <a:latin typeface="Be Vietnam Pro"/>
                <a:ea typeface="Be Vietnam Pro"/>
                <a:cs typeface="Be Vietnam Pro"/>
              </a:defRPr>
            </a:lvl6pPr>
            <a:lvl7pPr>
              <a:defRPr sz="1950" b="0">
                <a:solidFill>
                  <a:srgbClr val="665F68"/>
                </a:solidFill>
                <a:latin typeface="Be Vietnam Pro"/>
                <a:ea typeface="Be Vietnam Pro"/>
                <a:cs typeface="Be Vietnam Pro"/>
              </a:defRPr>
            </a:lvl7pPr>
            <a:lvl8pPr>
              <a:defRPr sz="1950" b="0">
                <a:solidFill>
                  <a:srgbClr val="665F68"/>
                </a:solidFill>
                <a:latin typeface="Be Vietnam Pro"/>
                <a:ea typeface="Be Vietnam Pro"/>
                <a:cs typeface="Be Vietnam Pro"/>
              </a:defRPr>
            </a:lvl8pPr>
            <a:lvl9pPr>
              <a:defRPr sz="1950" b="0">
                <a:solidFill>
                  <a:srgbClr val="665F68"/>
                </a:solidFill>
                <a:latin typeface="Be Vietnam Pro"/>
                <a:ea typeface="Be Vietnam Pro"/>
                <a:cs typeface="Be Vietnam Pro"/>
              </a:defRPr>
            </a:lvl9pPr>
          </a:lstStyle>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Review case information alongside the submitted file.</a:t>
            </a:r>
          </a:p>
          <a:p xmlns:a="http://schemas.openxmlformats.org/drawingml/2006/main">
            <a:r>
              <a:t/>
            </a:r>
          </a:p>
          <a:p xmlns:a="http://schemas.openxmlformats.org/drawingml/2006/main">
            <a:pPr>
              <a:lnSpc>
                <a:spcPct val="116000"/>
              </a:lnSpc>
              <a:buNone/>
              <a:defRPr sz="1950" b="0">
                <a:solidFill>
                  <a:srgbClr val="665F68"/>
                </a:solidFill>
                <a:latin typeface="Be Vietnam Pro"/>
                <a:ea typeface="Be Vietnam Pro"/>
                <a:cs typeface="Be Vietnam Pro"/>
              </a:defRPr>
            </a:pPr>
            <a:r>
              <a:rPr sz="1950" b="0">
                <a:solidFill>
                  <a:srgbClr val="665F68"/>
                </a:solidFill>
                <a:latin typeface="Be Vietnam Pro"/>
                <a:ea typeface="Be Vietnam Pro"/>
                <a:cs typeface="Be Vietnam Pro"/>
              </a:rPr>
              <a:t>Keep the current state and next action visible.</a:t>
            </a:r>
          </a:p>
        </p:txBody>
      </p:sp>
      <p:sp>
        <p:nvSpPr>
          <p:cNvPr id="7" name="source-note">
            <a:extLst xmlns:a="http://schemas.openxmlformats.org/drawingml/2006/main">
              <a:ext uri="{FF2B5EF4-FFF2-40B4-BE49-F238E27FC236}">
                <a16:creationId xmlns:a16="http://schemas.microsoft.com/office/drawing/2014/main" id="{F5BCB1D4-8467-4827-B9E8-E226D23F983E}"/>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Synthetic demonstration case. The sample document has no legal value.</a:t>
            </a:r>
          </a:p>
        </p:txBody>
      </p:sp>
    </p:spTree>
    <p:extLst>
      <p:ext uri="{BB962C8B-B14F-4D97-AF65-F5344CB8AC3E}">
        <p14:creationId xmlns:p14="http://schemas.microsoft.com/office/powerpoint/2010/main" val="72472188"/>
      </p:ext>
    </p:extLst>
  </p:cSld>
</p:sld>
</file>

<file path=ppt/slides/slide7.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0A8A593E-3A4F-46CA-9733-C36D69DE000A}"/>
              </a:ext>
            </a:extLst>
          </p:cNvPr>
          <p:cNvPicPr>
            <a:picLocks xmlns:a="http://schemas.openxmlformats.org/drawingml/2006/main" noChangeAspect="1"/>
          </p:cNvPicPr>
          <p:nvPr/>
        </p:nvPicPr>
        <p:blipFill>
          <a:blip xmlns:r="http://schemas.openxmlformats.org/officeDocument/2006/relationships" xmlns:a="http://schemas.openxmlformats.org/drawingml/2006/main" r:embed="R9cbe5ebb9e5e4542">
            <a:extLst>
              <a:ext uri="{96DAC541-7B7A-43D3-8B79-37D633B846F1}">
                <asvg:svgBlip xmlns:asvg="http://schemas.microsoft.com/office/drawing/2016/SVG/main" r:embed="Rc83c964b43e344df"/>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47BE81D9-DA56-4716-BF2D-AED790BEE61F}"/>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Document verification with a record to inspect</a:t>
            </a:r>
          </a:p>
        </p:txBody>
      </p:sp>
      <p:sp>
        <p:nvSpPr>
          <p:cNvPr id="3" name="page">
            <a:extLst xmlns:a="http://schemas.openxmlformats.org/drawingml/2006/main">
              <a:ext uri="{FF2B5EF4-FFF2-40B4-BE49-F238E27FC236}">
                <a16:creationId xmlns:a16="http://schemas.microsoft.com/office/drawing/2014/main" id="{F340C217-D10B-44AC-A6EC-8AABBD68C870}"/>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07</a:t>
            </a:r>
          </a:p>
        </p:txBody>
      </p:sp>
      <p:sp>
        <p:nvSpPr>
          <p:cNvPr id="4" name="body">
            <a:extLst xmlns:a="http://schemas.openxmlformats.org/drawingml/2006/main">
              <a:ext uri="{FF2B5EF4-FFF2-40B4-BE49-F238E27FC236}">
                <a16:creationId xmlns:a16="http://schemas.microsoft.com/office/drawing/2014/main" id="{7012B97F-6853-44C4-9665-4BE9DFC763C2}"/>
              </a:ext>
            </a:extLst>
          </p:cNvPr>
          <p:cNvSpPr>
            <a:spLocks xmlns:a="http://schemas.openxmlformats.org/drawingml/2006/main" noGrp="1"/>
          </p:cNvSpPr>
          <p:nvPr/>
        </p:nvSpPr>
        <p:spPr>
          <a:xfrm xmlns:a="http://schemas.openxmlformats.org/drawingml/2006/main">
            <a:off x="609600" y="2286000"/>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Document file</a:t>
            </a:r>
          </a:p>
        </p:txBody>
      </p:sp>
      <p:sp>
        <p:nvSpPr>
          <p:cNvPr id="5" name="body">
            <a:extLst xmlns:a="http://schemas.openxmlformats.org/drawingml/2006/main">
              <a:ext uri="{FF2B5EF4-FFF2-40B4-BE49-F238E27FC236}">
                <a16:creationId xmlns:a16="http://schemas.microsoft.com/office/drawing/2014/main" id="{37D63134-166F-42C0-87D6-E1E866949445}"/>
              </a:ext>
            </a:extLst>
          </p:cNvPr>
          <p:cNvSpPr>
            <a:spLocks xmlns:a="http://schemas.openxmlformats.org/drawingml/2006/main" noGrp="1"/>
          </p:cNvSpPr>
          <p:nvPr/>
        </p:nvSpPr>
        <p:spPr>
          <a:xfrm xmlns:a="http://schemas.openxmlformats.org/drawingml/2006/main">
            <a:off x="609600" y="2914650"/>
            <a:ext cx="3952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Stored off-chain through IPFS and Pinata.</a:t>
            </a:r>
          </a:p>
        </p:txBody>
      </p:sp>
      <p:sp>
        <p:nvSpPr>
          <p:cNvPr id="6" name="body">
            <a:extLst xmlns:a="http://schemas.openxmlformats.org/drawingml/2006/main">
              <a:ext uri="{FF2B5EF4-FFF2-40B4-BE49-F238E27FC236}">
                <a16:creationId xmlns:a16="http://schemas.microsoft.com/office/drawing/2014/main" id="{4F13DBA1-2159-4DA0-82AE-1E213C6C3804}"/>
              </a:ext>
            </a:extLst>
          </p:cNvPr>
          <p:cNvSpPr>
            <a:spLocks xmlns:a="http://schemas.openxmlformats.org/drawingml/2006/main" noGrp="1"/>
          </p:cNvSpPr>
          <p:nvPr/>
        </p:nvSpPr>
        <p:spPr>
          <a:xfrm xmlns:a="http://schemas.openxmlformats.org/drawingml/2006/main">
            <a:off x="609600" y="3962400"/>
            <a:ext cx="419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25222A"/>
                </a:solidFill>
                <a:latin typeface="Be Vietnam Pro"/>
                <a:ea typeface="Be Vietnam Pro"/>
                <a:cs typeface="Be Vietnam Pro"/>
              </a:defRPr>
            </a:defPPr>
            <a:lvl1pPr>
              <a:defRPr sz="2175" b="1">
                <a:solidFill>
                  <a:srgbClr val="25222A"/>
                </a:solidFill>
                <a:latin typeface="Be Vietnam Pro"/>
                <a:ea typeface="Be Vietnam Pro"/>
                <a:cs typeface="Be Vietnam Pro"/>
              </a:defRPr>
            </a:lvl1pPr>
            <a:lvl2pPr>
              <a:defRPr sz="2175" b="1">
                <a:solidFill>
                  <a:srgbClr val="25222A"/>
                </a:solidFill>
                <a:latin typeface="Be Vietnam Pro"/>
                <a:ea typeface="Be Vietnam Pro"/>
                <a:cs typeface="Be Vietnam Pro"/>
              </a:defRPr>
            </a:lvl2pPr>
            <a:lvl3pPr>
              <a:defRPr sz="2175" b="1">
                <a:solidFill>
                  <a:srgbClr val="25222A"/>
                </a:solidFill>
                <a:latin typeface="Be Vietnam Pro"/>
                <a:ea typeface="Be Vietnam Pro"/>
                <a:cs typeface="Be Vietnam Pro"/>
              </a:defRPr>
            </a:lvl3pPr>
            <a:lvl4pPr>
              <a:defRPr sz="2175" b="1">
                <a:solidFill>
                  <a:srgbClr val="25222A"/>
                </a:solidFill>
                <a:latin typeface="Be Vietnam Pro"/>
                <a:ea typeface="Be Vietnam Pro"/>
                <a:cs typeface="Be Vietnam Pro"/>
              </a:defRPr>
            </a:lvl4pPr>
            <a:lvl5pPr>
              <a:defRPr sz="2175" b="1">
                <a:solidFill>
                  <a:srgbClr val="25222A"/>
                </a:solidFill>
                <a:latin typeface="Be Vietnam Pro"/>
                <a:ea typeface="Be Vietnam Pro"/>
                <a:cs typeface="Be Vietnam Pro"/>
              </a:defRPr>
            </a:lvl5pPr>
            <a:lvl6pPr>
              <a:defRPr sz="2175" b="1">
                <a:solidFill>
                  <a:srgbClr val="25222A"/>
                </a:solidFill>
                <a:latin typeface="Be Vietnam Pro"/>
                <a:ea typeface="Be Vietnam Pro"/>
                <a:cs typeface="Be Vietnam Pro"/>
              </a:defRPr>
            </a:lvl6pPr>
            <a:lvl7pPr>
              <a:defRPr sz="2175" b="1">
                <a:solidFill>
                  <a:srgbClr val="25222A"/>
                </a:solidFill>
                <a:latin typeface="Be Vietnam Pro"/>
                <a:ea typeface="Be Vietnam Pro"/>
                <a:cs typeface="Be Vietnam Pro"/>
              </a:defRPr>
            </a:lvl7pPr>
            <a:lvl8pPr>
              <a:defRPr sz="2175" b="1">
                <a:solidFill>
                  <a:srgbClr val="25222A"/>
                </a:solidFill>
                <a:latin typeface="Be Vietnam Pro"/>
                <a:ea typeface="Be Vietnam Pro"/>
                <a:cs typeface="Be Vietnam Pro"/>
              </a:defRPr>
            </a:lvl8pPr>
            <a:lvl9pPr>
              <a:defRPr sz="2175" b="1">
                <a:solidFill>
                  <a:srgbClr val="25222A"/>
                </a:solidFill>
                <a:latin typeface="Be Vietnam Pro"/>
                <a:ea typeface="Be Vietnam Pro"/>
                <a:cs typeface="Be Vietnam Pro"/>
              </a:defRPr>
            </a:lvl9pPr>
          </a:lstStyle>
          <a:p xmlns:a="http://schemas.openxmlformats.org/drawingml/2006/main">
            <a:pPr>
              <a:lnSpc>
                <a:spcPct val="116000"/>
              </a:lnSpc>
              <a:buNone/>
              <a:defRPr sz="2175" b="1">
                <a:solidFill>
                  <a:srgbClr val="25222A"/>
                </a:solidFill>
                <a:latin typeface="Be Vietnam Pro"/>
                <a:ea typeface="Be Vietnam Pro"/>
                <a:cs typeface="Be Vietnam Pro"/>
              </a:defRPr>
            </a:pPr>
            <a:r>
              <a:rPr sz="2175" b="1">
                <a:solidFill>
                  <a:srgbClr val="25222A"/>
                </a:solidFill>
                <a:latin typeface="Be Vietnam Pro"/>
                <a:ea typeface="Be Vietnam Pro"/>
                <a:cs typeface="Be Vietnam Pro"/>
              </a:rPr>
              <a:t>Certificate reference</a:t>
            </a:r>
          </a:p>
        </p:txBody>
      </p:sp>
      <p:sp>
        <p:nvSpPr>
          <p:cNvPr id="7" name="body">
            <a:extLst xmlns:a="http://schemas.openxmlformats.org/drawingml/2006/main">
              <a:ext uri="{FF2B5EF4-FFF2-40B4-BE49-F238E27FC236}">
                <a16:creationId xmlns:a16="http://schemas.microsoft.com/office/drawing/2014/main" id="{26C80C30-90DA-4184-9659-2A57A1B1925E}"/>
              </a:ext>
            </a:extLst>
          </p:cNvPr>
          <p:cNvSpPr>
            <a:spLocks xmlns:a="http://schemas.openxmlformats.org/drawingml/2006/main" noGrp="1"/>
          </p:cNvSpPr>
          <p:nvPr/>
        </p:nvSpPr>
        <p:spPr>
          <a:xfrm xmlns:a="http://schemas.openxmlformats.org/drawingml/2006/main">
            <a:off x="609600" y="4610100"/>
            <a:ext cx="4095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NFT metadata on Solana devnet links the record to the file.</a:t>
            </a:r>
          </a:p>
        </p:txBody>
      </p:sp>
      <p:pic>
        <p:nvPicPr>
          <p:cNvPr id="8" name="">
            <a:extLst xmlns:a="http://schemas.openxmlformats.org/drawingml/2006/main">
              <a:ext uri="{FF2B5EF4-FFF2-40B4-BE49-F238E27FC236}">
                <a16:creationId xmlns:a16="http://schemas.microsoft.com/office/drawing/2014/main" id="{9D03079C-C928-48D9-9A18-B7E230050BC0}"/>
              </a:ext>
            </a:extLst>
          </p:cNvPr>
          <p:cNvPicPr>
            <a:picLocks xmlns:a="http://schemas.openxmlformats.org/drawingml/2006/main" noChangeAspect="1"/>
          </p:cNvPicPr>
          <p:nvPr/>
        </p:nvPicPr>
        <p:blipFill>
          <a:blip xmlns:r="http://schemas.openxmlformats.org/officeDocument/2006/relationships" xmlns:a="http://schemas.openxmlformats.org/drawingml/2006/main" r:embed="Rbe5c7adbdd784120"/>
          <a:stretch xmlns:a="http://schemas.openxmlformats.org/drawingml/2006/main"/>
        </p:blipFill>
        <p:spPr>
          <a:xfrm xmlns:a="http://schemas.openxmlformats.org/drawingml/2006/main">
            <a:off x="6200129" y="2076450"/>
            <a:ext cx="4649492" cy="3810000"/>
          </a:xfrm>
          <a:prstGeom xmlns:a="http://schemas.openxmlformats.org/drawingml/2006/main" prst="rect">
            <a:avLst/>
          </a:prstGeom>
        </p:spPr>
      </p:pic>
      <p:sp>
        <p:nvSpPr>
          <p:cNvPr id="9" name="source-note">
            <a:extLst xmlns:a="http://schemas.openxmlformats.org/drawingml/2006/main">
              <a:ext uri="{FF2B5EF4-FFF2-40B4-BE49-F238E27FC236}">
                <a16:creationId xmlns:a16="http://schemas.microsoft.com/office/drawing/2014/main" id="{811E4032-BDC9-4E8F-B7AC-B72D0F79938A}"/>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Current integration uses a test network. A blockchain record alone does not establish legal validity.</a:t>
            </a:r>
          </a:p>
        </p:txBody>
      </p:sp>
    </p:spTree>
    <p:extLst>
      <p:ext uri="{BB962C8B-B14F-4D97-AF65-F5344CB8AC3E}">
        <p14:creationId xmlns:p14="http://schemas.microsoft.com/office/powerpoint/2010/main" val="114664749"/>
      </p:ext>
    </p:extLst>
  </p:cSld>
</p:sld>
</file>

<file path=ppt/slides/slide8.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CDC7206F-1F55-4348-9122-F98798CE2F11}"/>
              </a:ext>
            </a:extLst>
          </p:cNvPr>
          <p:cNvPicPr>
            <a:picLocks xmlns:a="http://schemas.openxmlformats.org/drawingml/2006/main" noChangeAspect="1"/>
          </p:cNvPicPr>
          <p:nvPr/>
        </p:nvPicPr>
        <p:blipFill>
          <a:blip xmlns:r="http://schemas.openxmlformats.org/officeDocument/2006/relationships" xmlns:a="http://schemas.openxmlformats.org/drawingml/2006/main" r:embed="Rb234f6e9681240a5">
            <a:extLst>
              <a:ext uri="{96DAC541-7B7A-43D3-8B79-37D633B846F1}">
                <asvg:svgBlip xmlns:asvg="http://schemas.microsoft.com/office/drawing/2016/SVG/main" r:embed="Rb2bd85ffcb8a4b94"/>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00E1F1DB-3645-4FEE-8D67-B78BD5270BB8}"/>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working technical foundation</a:t>
            </a:r>
          </a:p>
        </p:txBody>
      </p:sp>
      <p:sp>
        <p:nvSpPr>
          <p:cNvPr id="3" name="page">
            <a:extLst xmlns:a="http://schemas.openxmlformats.org/drawingml/2006/main">
              <a:ext uri="{FF2B5EF4-FFF2-40B4-BE49-F238E27FC236}">
                <a16:creationId xmlns:a16="http://schemas.microsoft.com/office/drawing/2014/main" id="{552285D1-F2B3-4343-A5C4-01DD1EB64E86}"/>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08</a:t>
            </a:r>
          </a:p>
        </p:txBody>
      </p:sp>
      <p:sp>
        <p:nvSpPr>
          <p:cNvPr id="4" name="body">
            <a:extLst xmlns:a="http://schemas.openxmlformats.org/drawingml/2006/main">
              <a:ext uri="{FF2B5EF4-FFF2-40B4-BE49-F238E27FC236}">
                <a16:creationId xmlns:a16="http://schemas.microsoft.com/office/drawing/2014/main" id="{1E7F035F-EAF6-47A7-AA66-E5E5ED8A2CB5}"/>
              </a:ext>
            </a:extLst>
          </p:cNvPr>
          <p:cNvSpPr>
            <a:spLocks xmlns:a="http://schemas.openxmlformats.org/drawingml/2006/main" noGrp="1"/>
          </p:cNvSpPr>
          <p:nvPr/>
        </p:nvSpPr>
        <p:spPr>
          <a:xfrm xmlns:a="http://schemas.openxmlformats.org/drawingml/2006/main">
            <a:off x="609600" y="2247900"/>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Web application</a:t>
            </a:r>
          </a:p>
        </p:txBody>
      </p:sp>
      <p:sp>
        <p:nvSpPr>
          <p:cNvPr id="5" name="body">
            <a:extLst xmlns:a="http://schemas.openxmlformats.org/drawingml/2006/main">
              <a:ext uri="{FF2B5EF4-FFF2-40B4-BE49-F238E27FC236}">
                <a16:creationId xmlns:a16="http://schemas.microsoft.com/office/drawing/2014/main" id="{2E9DB462-87CA-46A6-A382-A668A22C0F08}"/>
              </a:ext>
            </a:extLst>
          </p:cNvPr>
          <p:cNvSpPr>
            <a:spLocks xmlns:a="http://schemas.openxmlformats.org/drawingml/2006/main" noGrp="1"/>
          </p:cNvSpPr>
          <p:nvPr/>
        </p:nvSpPr>
        <p:spPr>
          <a:xfrm xmlns:a="http://schemas.openxmlformats.org/drawingml/2006/main">
            <a:off x="3905250" y="224790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React 18, Redux Toolkit and Material UI</a:t>
            </a:r>
          </a:p>
        </p:txBody>
      </p:sp>
      <p:sp>
        <p:nvSpPr>
          <p:cNvPr id="6" name="body">
            <a:extLst xmlns:a="http://schemas.openxmlformats.org/drawingml/2006/main">
              <a:ext uri="{FF2B5EF4-FFF2-40B4-BE49-F238E27FC236}">
                <a16:creationId xmlns:a16="http://schemas.microsoft.com/office/drawing/2014/main" id="{FFFC6247-B76C-43CB-AF8A-DBB140763976}"/>
              </a:ext>
            </a:extLst>
          </p:cNvPr>
          <p:cNvSpPr>
            <a:spLocks xmlns:a="http://schemas.openxmlformats.org/drawingml/2006/main" noGrp="1"/>
          </p:cNvSpPr>
          <p:nvPr/>
        </p:nvSpPr>
        <p:spPr>
          <a:xfrm xmlns:a="http://schemas.openxmlformats.org/drawingml/2006/main">
            <a:off x="3905250" y="2647950"/>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Vietnamese workspaces for users, notaries and admins</a:t>
            </a:r>
          </a:p>
        </p:txBody>
      </p:sp>
      <p:sp>
        <p:nvSpPr>
          <p:cNvPr id="7" name="body">
            <a:extLst xmlns:a="http://schemas.openxmlformats.org/drawingml/2006/main">
              <a:ext uri="{FF2B5EF4-FFF2-40B4-BE49-F238E27FC236}">
                <a16:creationId xmlns:a16="http://schemas.microsoft.com/office/drawing/2014/main" id="{35910636-6D31-4D8F-80D3-11508A2D09F7}"/>
              </a:ext>
            </a:extLst>
          </p:cNvPr>
          <p:cNvSpPr>
            <a:spLocks xmlns:a="http://schemas.openxmlformats.org/drawingml/2006/main" noGrp="1"/>
          </p:cNvSpPr>
          <p:nvPr/>
        </p:nvSpPr>
        <p:spPr>
          <a:xfrm xmlns:a="http://schemas.openxmlformats.org/drawingml/2006/main">
            <a:off x="609600" y="319087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Application services</a:t>
            </a:r>
          </a:p>
        </p:txBody>
      </p:sp>
      <p:sp>
        <p:nvSpPr>
          <p:cNvPr id="8" name="body">
            <a:extLst xmlns:a="http://schemas.openxmlformats.org/drawingml/2006/main">
              <a:ext uri="{FF2B5EF4-FFF2-40B4-BE49-F238E27FC236}">
                <a16:creationId xmlns:a16="http://schemas.microsoft.com/office/drawing/2014/main" id="{9D97AA59-36A8-49B2-B9C5-4AA7D52365BC}"/>
              </a:ext>
            </a:extLst>
          </p:cNvPr>
          <p:cNvSpPr>
            <a:spLocks xmlns:a="http://schemas.openxmlformats.org/drawingml/2006/main" noGrp="1"/>
          </p:cNvSpPr>
          <p:nvPr/>
        </p:nvSpPr>
        <p:spPr>
          <a:xfrm xmlns:a="http://schemas.openxmlformats.org/drawingml/2006/main">
            <a:off x="3905250" y="3190875"/>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Node.js, Express and MongoDB</a:t>
            </a:r>
          </a:p>
        </p:txBody>
      </p:sp>
      <p:sp>
        <p:nvSpPr>
          <p:cNvPr id="9" name="body">
            <a:extLst xmlns:a="http://schemas.openxmlformats.org/drawingml/2006/main">
              <a:ext uri="{FF2B5EF4-FFF2-40B4-BE49-F238E27FC236}">
                <a16:creationId xmlns:a16="http://schemas.microsoft.com/office/drawing/2014/main" id="{BC032562-ABE8-4709-ACFE-FC0845A2ED65}"/>
              </a:ext>
            </a:extLst>
          </p:cNvPr>
          <p:cNvSpPr>
            <a:spLocks xmlns:a="http://schemas.openxmlformats.org/drawingml/2006/main" noGrp="1"/>
          </p:cNvSpPr>
          <p:nvPr/>
        </p:nvSpPr>
        <p:spPr>
          <a:xfrm xmlns:a="http://schemas.openxmlformats.org/drawingml/2006/main">
            <a:off x="3905250" y="3590925"/>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JWT and Google OAuth, with PayOS payments</a:t>
            </a:r>
          </a:p>
        </p:txBody>
      </p:sp>
      <p:sp>
        <p:nvSpPr>
          <p:cNvPr id="10" name="body">
            <a:extLst xmlns:a="http://schemas.openxmlformats.org/drawingml/2006/main">
              <a:ext uri="{FF2B5EF4-FFF2-40B4-BE49-F238E27FC236}">
                <a16:creationId xmlns:a16="http://schemas.microsoft.com/office/drawing/2014/main" id="{CB5147DA-9935-4168-B703-4718597149CC}"/>
              </a:ext>
            </a:extLst>
          </p:cNvPr>
          <p:cNvSpPr>
            <a:spLocks xmlns:a="http://schemas.openxmlformats.org/drawingml/2006/main" noGrp="1"/>
          </p:cNvSpPr>
          <p:nvPr/>
        </p:nvSpPr>
        <p:spPr>
          <a:xfrm xmlns:a="http://schemas.openxmlformats.org/drawingml/2006/main">
            <a:off x="609600" y="4133850"/>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Document records</a:t>
            </a:r>
          </a:p>
        </p:txBody>
      </p:sp>
      <p:sp>
        <p:nvSpPr>
          <p:cNvPr id="11" name="body">
            <a:extLst xmlns:a="http://schemas.openxmlformats.org/drawingml/2006/main">
              <a:ext uri="{FF2B5EF4-FFF2-40B4-BE49-F238E27FC236}">
                <a16:creationId xmlns:a16="http://schemas.microsoft.com/office/drawing/2014/main" id="{5DBB43A5-21AF-446E-AC91-CEE07D1051BE}"/>
              </a:ext>
            </a:extLst>
          </p:cNvPr>
          <p:cNvSpPr>
            <a:spLocks xmlns:a="http://schemas.openxmlformats.org/drawingml/2006/main" noGrp="1"/>
          </p:cNvSpPr>
          <p:nvPr/>
        </p:nvSpPr>
        <p:spPr>
          <a:xfrm xmlns:a="http://schemas.openxmlformats.org/drawingml/2006/main">
            <a:off x="3905250" y="4133850"/>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Solana Web3.js, Metaplex and IPFS</a:t>
            </a:r>
          </a:p>
        </p:txBody>
      </p:sp>
      <p:sp>
        <p:nvSpPr>
          <p:cNvPr id="12" name="body">
            <a:extLst xmlns:a="http://schemas.openxmlformats.org/drawingml/2006/main">
              <a:ext uri="{FF2B5EF4-FFF2-40B4-BE49-F238E27FC236}">
                <a16:creationId xmlns:a16="http://schemas.microsoft.com/office/drawing/2014/main" id="{94DD6DB6-B800-4169-A266-AFFEC9B6CAAE}"/>
              </a:ext>
            </a:extLst>
          </p:cNvPr>
          <p:cNvSpPr>
            <a:spLocks xmlns:a="http://schemas.openxmlformats.org/drawingml/2006/main" noGrp="1"/>
          </p:cNvSpPr>
          <p:nvPr/>
        </p:nvSpPr>
        <p:spPr>
          <a:xfrm xmlns:a="http://schemas.openxmlformats.org/drawingml/2006/main">
            <a:off x="3905250" y="4533900"/>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Devnet NFT minting and file references</a:t>
            </a:r>
          </a:p>
        </p:txBody>
      </p:sp>
      <p:sp>
        <p:nvSpPr>
          <p:cNvPr id="13" name="body">
            <a:extLst xmlns:a="http://schemas.openxmlformats.org/drawingml/2006/main">
              <a:ext uri="{FF2B5EF4-FFF2-40B4-BE49-F238E27FC236}">
                <a16:creationId xmlns:a16="http://schemas.microsoft.com/office/drawing/2014/main" id="{0A6B53A7-AA7F-45EF-B98A-31C8730B5070}"/>
              </a:ext>
            </a:extLst>
          </p:cNvPr>
          <p:cNvSpPr>
            <a:spLocks xmlns:a="http://schemas.openxmlformats.org/drawingml/2006/main" noGrp="1"/>
          </p:cNvSpPr>
          <p:nvPr/>
        </p:nvSpPr>
        <p:spPr>
          <a:xfrm xmlns:a="http://schemas.openxmlformats.org/drawingml/2006/main">
            <a:off x="609600" y="5076825"/>
            <a:ext cx="300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25222A"/>
                </a:solidFill>
                <a:latin typeface="Be Vietnam Pro"/>
                <a:ea typeface="Be Vietnam Pro"/>
                <a:cs typeface="Be Vietnam Pro"/>
              </a:defRPr>
            </a:defPPr>
            <a:lvl1pPr>
              <a:defRPr sz="2025" b="1">
                <a:solidFill>
                  <a:srgbClr val="25222A"/>
                </a:solidFill>
                <a:latin typeface="Be Vietnam Pro"/>
                <a:ea typeface="Be Vietnam Pro"/>
                <a:cs typeface="Be Vietnam Pro"/>
              </a:defRPr>
            </a:lvl1pPr>
            <a:lvl2pPr>
              <a:defRPr sz="2025" b="1">
                <a:solidFill>
                  <a:srgbClr val="25222A"/>
                </a:solidFill>
                <a:latin typeface="Be Vietnam Pro"/>
                <a:ea typeface="Be Vietnam Pro"/>
                <a:cs typeface="Be Vietnam Pro"/>
              </a:defRPr>
            </a:lvl2pPr>
            <a:lvl3pPr>
              <a:defRPr sz="2025" b="1">
                <a:solidFill>
                  <a:srgbClr val="25222A"/>
                </a:solidFill>
                <a:latin typeface="Be Vietnam Pro"/>
                <a:ea typeface="Be Vietnam Pro"/>
                <a:cs typeface="Be Vietnam Pro"/>
              </a:defRPr>
            </a:lvl3pPr>
            <a:lvl4pPr>
              <a:defRPr sz="2025" b="1">
                <a:solidFill>
                  <a:srgbClr val="25222A"/>
                </a:solidFill>
                <a:latin typeface="Be Vietnam Pro"/>
                <a:ea typeface="Be Vietnam Pro"/>
                <a:cs typeface="Be Vietnam Pro"/>
              </a:defRPr>
            </a:lvl4pPr>
            <a:lvl5pPr>
              <a:defRPr sz="2025" b="1">
                <a:solidFill>
                  <a:srgbClr val="25222A"/>
                </a:solidFill>
                <a:latin typeface="Be Vietnam Pro"/>
                <a:ea typeface="Be Vietnam Pro"/>
                <a:cs typeface="Be Vietnam Pro"/>
              </a:defRPr>
            </a:lvl5pPr>
            <a:lvl6pPr>
              <a:defRPr sz="2025" b="1">
                <a:solidFill>
                  <a:srgbClr val="25222A"/>
                </a:solidFill>
                <a:latin typeface="Be Vietnam Pro"/>
                <a:ea typeface="Be Vietnam Pro"/>
                <a:cs typeface="Be Vietnam Pro"/>
              </a:defRPr>
            </a:lvl6pPr>
            <a:lvl7pPr>
              <a:defRPr sz="2025" b="1">
                <a:solidFill>
                  <a:srgbClr val="25222A"/>
                </a:solidFill>
                <a:latin typeface="Be Vietnam Pro"/>
                <a:ea typeface="Be Vietnam Pro"/>
                <a:cs typeface="Be Vietnam Pro"/>
              </a:defRPr>
            </a:lvl7pPr>
            <a:lvl8pPr>
              <a:defRPr sz="2025" b="1">
                <a:solidFill>
                  <a:srgbClr val="25222A"/>
                </a:solidFill>
                <a:latin typeface="Be Vietnam Pro"/>
                <a:ea typeface="Be Vietnam Pro"/>
                <a:cs typeface="Be Vietnam Pro"/>
              </a:defRPr>
            </a:lvl8pPr>
            <a:lvl9pPr>
              <a:defRPr sz="2025" b="1">
                <a:solidFill>
                  <a:srgbClr val="25222A"/>
                </a:solidFill>
                <a:latin typeface="Be Vietnam Pro"/>
                <a:ea typeface="Be Vietnam Pro"/>
                <a:cs typeface="Be Vietnam Pro"/>
              </a:defRPr>
            </a:lvl9pPr>
          </a:lstStyle>
          <a:p xmlns:a="http://schemas.openxmlformats.org/drawingml/2006/main">
            <a:pPr>
              <a:lnSpc>
                <a:spcPct val="116000"/>
              </a:lnSpc>
              <a:buNone/>
              <a:defRPr sz="2025" b="1">
                <a:solidFill>
                  <a:srgbClr val="25222A"/>
                </a:solidFill>
                <a:latin typeface="Be Vietnam Pro"/>
                <a:ea typeface="Be Vietnam Pro"/>
                <a:cs typeface="Be Vietnam Pro"/>
              </a:defRPr>
            </a:pPr>
            <a:r>
              <a:rPr sz="2025" b="1">
                <a:solidFill>
                  <a:srgbClr val="25222A"/>
                </a:solidFill>
                <a:latin typeface="Be Vietnam Pro"/>
                <a:ea typeface="Be Vietnam Pro"/>
                <a:cs typeface="Be Vietnam Pro"/>
              </a:rPr>
              <a:t>Assistant</a:t>
            </a:r>
          </a:p>
        </p:txBody>
      </p:sp>
      <p:sp>
        <p:nvSpPr>
          <p:cNvPr id="14" name="body">
            <a:extLst xmlns:a="http://schemas.openxmlformats.org/drawingml/2006/main">
              <a:ext uri="{FF2B5EF4-FFF2-40B4-BE49-F238E27FC236}">
                <a16:creationId xmlns:a16="http://schemas.microsoft.com/office/drawing/2014/main" id="{BD151927-F6D9-4141-839C-34B24B4F47C0}"/>
              </a:ext>
            </a:extLst>
          </p:cNvPr>
          <p:cNvSpPr>
            <a:spLocks xmlns:a="http://schemas.openxmlformats.org/drawingml/2006/main" noGrp="1"/>
          </p:cNvSpPr>
          <p:nvPr/>
        </p:nvSpPr>
        <p:spPr>
          <a:xfrm xmlns:a="http://schemas.openxmlformats.org/drawingml/2006/main">
            <a:off x="3905250" y="5076825"/>
            <a:ext cx="762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5222A"/>
                </a:solidFill>
                <a:latin typeface="Be Vietnam Pro"/>
                <a:ea typeface="Be Vietnam Pro"/>
                <a:cs typeface="Be Vietnam Pro"/>
              </a:defRPr>
            </a:defPPr>
            <a:lvl1pPr>
              <a:defRPr sz="2025" b="0">
                <a:solidFill>
                  <a:srgbClr val="25222A"/>
                </a:solidFill>
                <a:latin typeface="Be Vietnam Pro"/>
                <a:ea typeface="Be Vietnam Pro"/>
                <a:cs typeface="Be Vietnam Pro"/>
              </a:defRPr>
            </a:lvl1pPr>
            <a:lvl2pPr>
              <a:defRPr sz="2025" b="0">
                <a:solidFill>
                  <a:srgbClr val="25222A"/>
                </a:solidFill>
                <a:latin typeface="Be Vietnam Pro"/>
                <a:ea typeface="Be Vietnam Pro"/>
                <a:cs typeface="Be Vietnam Pro"/>
              </a:defRPr>
            </a:lvl2pPr>
            <a:lvl3pPr>
              <a:defRPr sz="2025" b="0">
                <a:solidFill>
                  <a:srgbClr val="25222A"/>
                </a:solidFill>
                <a:latin typeface="Be Vietnam Pro"/>
                <a:ea typeface="Be Vietnam Pro"/>
                <a:cs typeface="Be Vietnam Pro"/>
              </a:defRPr>
            </a:lvl3pPr>
            <a:lvl4pPr>
              <a:defRPr sz="2025" b="0">
                <a:solidFill>
                  <a:srgbClr val="25222A"/>
                </a:solidFill>
                <a:latin typeface="Be Vietnam Pro"/>
                <a:ea typeface="Be Vietnam Pro"/>
                <a:cs typeface="Be Vietnam Pro"/>
              </a:defRPr>
            </a:lvl4pPr>
            <a:lvl5pPr>
              <a:defRPr sz="2025" b="0">
                <a:solidFill>
                  <a:srgbClr val="25222A"/>
                </a:solidFill>
                <a:latin typeface="Be Vietnam Pro"/>
                <a:ea typeface="Be Vietnam Pro"/>
                <a:cs typeface="Be Vietnam Pro"/>
              </a:defRPr>
            </a:lvl5pPr>
            <a:lvl6pPr>
              <a:defRPr sz="2025" b="0">
                <a:solidFill>
                  <a:srgbClr val="25222A"/>
                </a:solidFill>
                <a:latin typeface="Be Vietnam Pro"/>
                <a:ea typeface="Be Vietnam Pro"/>
                <a:cs typeface="Be Vietnam Pro"/>
              </a:defRPr>
            </a:lvl6pPr>
            <a:lvl7pPr>
              <a:defRPr sz="2025" b="0">
                <a:solidFill>
                  <a:srgbClr val="25222A"/>
                </a:solidFill>
                <a:latin typeface="Be Vietnam Pro"/>
                <a:ea typeface="Be Vietnam Pro"/>
                <a:cs typeface="Be Vietnam Pro"/>
              </a:defRPr>
            </a:lvl7pPr>
            <a:lvl8pPr>
              <a:defRPr sz="2025" b="0">
                <a:solidFill>
                  <a:srgbClr val="25222A"/>
                </a:solidFill>
                <a:latin typeface="Be Vietnam Pro"/>
                <a:ea typeface="Be Vietnam Pro"/>
                <a:cs typeface="Be Vietnam Pro"/>
              </a:defRPr>
            </a:lvl8pPr>
            <a:lvl9pPr>
              <a:defRPr sz="2025" b="0">
                <a:solidFill>
                  <a:srgbClr val="25222A"/>
                </a:solidFill>
                <a:latin typeface="Be Vietnam Pro"/>
                <a:ea typeface="Be Vietnam Pro"/>
                <a:cs typeface="Be Vietnam Pro"/>
              </a:defRPr>
            </a:lvl9pPr>
          </a:lstStyle>
          <a:p xmlns:a="http://schemas.openxmlformats.org/drawingml/2006/main">
            <a:pPr>
              <a:lnSpc>
                <a:spcPct val="116000"/>
              </a:lnSpc>
              <a:buNone/>
              <a:defRPr sz="2025" b="0">
                <a:solidFill>
                  <a:srgbClr val="25222A"/>
                </a:solidFill>
                <a:latin typeface="Be Vietnam Pro"/>
                <a:ea typeface="Be Vietnam Pro"/>
                <a:cs typeface="Be Vietnam Pro"/>
              </a:defRPr>
            </a:pPr>
            <a:r>
              <a:rPr sz="2025" b="0">
                <a:solidFill>
                  <a:srgbClr val="25222A"/>
                </a:solidFill>
                <a:latin typeface="Be Vietnam Pro"/>
                <a:ea typeface="Be Vietnam Pro"/>
                <a:cs typeface="Be Vietnam Pro"/>
              </a:rPr>
              <a:t>Gemini integration</a:t>
            </a:r>
          </a:p>
        </p:txBody>
      </p:sp>
      <p:sp>
        <p:nvSpPr>
          <p:cNvPr id="15" name="body">
            <a:extLst xmlns:a="http://schemas.openxmlformats.org/drawingml/2006/main">
              <a:ext uri="{FF2B5EF4-FFF2-40B4-BE49-F238E27FC236}">
                <a16:creationId xmlns:a16="http://schemas.microsoft.com/office/drawing/2014/main" id="{28A92D5F-8DF5-4FA7-9BC3-76B09827C2BD}"/>
              </a:ext>
            </a:extLst>
          </p:cNvPr>
          <p:cNvSpPr>
            <a:spLocks xmlns:a="http://schemas.openxmlformats.org/drawingml/2006/main" noGrp="1"/>
          </p:cNvSpPr>
          <p:nvPr/>
        </p:nvSpPr>
        <p:spPr>
          <a:xfrm xmlns:a="http://schemas.openxmlformats.org/drawingml/2006/main">
            <a:off x="3905250" y="5476875"/>
            <a:ext cx="7524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65F68"/>
                </a:solidFill>
                <a:latin typeface="Be Vietnam Pro"/>
                <a:ea typeface="Be Vietnam Pro"/>
                <a:cs typeface="Be Vietnam Pro"/>
              </a:defRPr>
            </a:defPPr>
            <a:lvl1pPr>
              <a:defRPr sz="1725" b="0">
                <a:solidFill>
                  <a:srgbClr val="665F68"/>
                </a:solidFill>
                <a:latin typeface="Be Vietnam Pro"/>
                <a:ea typeface="Be Vietnam Pro"/>
                <a:cs typeface="Be Vietnam Pro"/>
              </a:defRPr>
            </a:lvl1pPr>
            <a:lvl2pPr>
              <a:defRPr sz="1725" b="0">
                <a:solidFill>
                  <a:srgbClr val="665F68"/>
                </a:solidFill>
                <a:latin typeface="Be Vietnam Pro"/>
                <a:ea typeface="Be Vietnam Pro"/>
                <a:cs typeface="Be Vietnam Pro"/>
              </a:defRPr>
            </a:lvl2pPr>
            <a:lvl3pPr>
              <a:defRPr sz="1725" b="0">
                <a:solidFill>
                  <a:srgbClr val="665F68"/>
                </a:solidFill>
                <a:latin typeface="Be Vietnam Pro"/>
                <a:ea typeface="Be Vietnam Pro"/>
                <a:cs typeface="Be Vietnam Pro"/>
              </a:defRPr>
            </a:lvl3pPr>
            <a:lvl4pPr>
              <a:defRPr sz="1725" b="0">
                <a:solidFill>
                  <a:srgbClr val="665F68"/>
                </a:solidFill>
                <a:latin typeface="Be Vietnam Pro"/>
                <a:ea typeface="Be Vietnam Pro"/>
                <a:cs typeface="Be Vietnam Pro"/>
              </a:defRPr>
            </a:lvl4pPr>
            <a:lvl5pPr>
              <a:defRPr sz="1725" b="0">
                <a:solidFill>
                  <a:srgbClr val="665F68"/>
                </a:solidFill>
                <a:latin typeface="Be Vietnam Pro"/>
                <a:ea typeface="Be Vietnam Pro"/>
                <a:cs typeface="Be Vietnam Pro"/>
              </a:defRPr>
            </a:lvl5pPr>
            <a:lvl6pPr>
              <a:defRPr sz="1725" b="0">
                <a:solidFill>
                  <a:srgbClr val="665F68"/>
                </a:solidFill>
                <a:latin typeface="Be Vietnam Pro"/>
                <a:ea typeface="Be Vietnam Pro"/>
                <a:cs typeface="Be Vietnam Pro"/>
              </a:defRPr>
            </a:lvl6pPr>
            <a:lvl7pPr>
              <a:defRPr sz="1725" b="0">
                <a:solidFill>
                  <a:srgbClr val="665F68"/>
                </a:solidFill>
                <a:latin typeface="Be Vietnam Pro"/>
                <a:ea typeface="Be Vietnam Pro"/>
                <a:cs typeface="Be Vietnam Pro"/>
              </a:defRPr>
            </a:lvl7pPr>
            <a:lvl8pPr>
              <a:defRPr sz="1725" b="0">
                <a:solidFill>
                  <a:srgbClr val="665F68"/>
                </a:solidFill>
                <a:latin typeface="Be Vietnam Pro"/>
                <a:ea typeface="Be Vietnam Pro"/>
                <a:cs typeface="Be Vietnam Pro"/>
              </a:defRPr>
            </a:lvl8pPr>
            <a:lvl9pPr>
              <a:defRPr sz="1725" b="0">
                <a:solidFill>
                  <a:srgbClr val="665F68"/>
                </a:solidFill>
                <a:latin typeface="Be Vietnam Pro"/>
                <a:ea typeface="Be Vietnam Pro"/>
                <a:cs typeface="Be Vietnam Pro"/>
              </a:defRPr>
            </a:lvl9pPr>
          </a:lstStyle>
          <a:p xmlns:a="http://schemas.openxmlformats.org/drawingml/2006/main">
            <a:pPr>
              <a:lnSpc>
                <a:spcPct val="116000"/>
              </a:lnSpc>
              <a:buNone/>
              <a:defRPr sz="1725" b="0">
                <a:solidFill>
                  <a:srgbClr val="665F68"/>
                </a:solidFill>
                <a:latin typeface="Be Vietnam Pro"/>
                <a:ea typeface="Be Vietnam Pro"/>
                <a:cs typeface="Be Vietnam Pro"/>
              </a:defRPr>
            </a:pPr>
            <a:r>
              <a:rPr sz="1725" b="0">
                <a:solidFill>
                  <a:srgbClr val="665F68"/>
                </a:solidFill>
                <a:latin typeface="Be Vietnam Pro"/>
                <a:ea typeface="Be Vietnam Pro"/>
                <a:cs typeface="Be Vietnam Pro"/>
              </a:rPr>
              <a:t>Guidance on documents and procedures</a:t>
            </a:r>
          </a:p>
        </p:txBody>
      </p:sp>
    </p:spTree>
    <p:extLst>
      <p:ext uri="{BB962C8B-B14F-4D97-AF65-F5344CB8AC3E}">
        <p14:creationId xmlns:p14="http://schemas.microsoft.com/office/powerpoint/2010/main" val="1092982406"/>
      </p:ext>
    </p:extLst>
  </p:cSld>
</p:sld>
</file>

<file path=ppt/slides/slide9.xml><?xml version="1.0" encoding="utf-8"?>
<p:sld xmlns:p="http://schemas.openxmlformats.org/presentationml/2006/main">
  <p:cSld>
    <p:bg>
      <p:bgPr>
        <a:solidFill xmlns:a="http://schemas.openxmlformats.org/drawingml/2006/main">
          <a:srgbClr val="74142A"/>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675C3C84-42DE-4DC0-8543-A85771E79BD7}"/>
              </a:ext>
            </a:extLst>
          </p:cNvPr>
          <p:cNvPicPr>
            <a:picLocks xmlns:a="http://schemas.openxmlformats.org/drawingml/2006/main" noChangeAspect="1"/>
          </p:cNvPicPr>
          <p:nvPr/>
        </p:nvPicPr>
        <p:blipFill>
          <a:blip xmlns:r="http://schemas.openxmlformats.org/officeDocument/2006/relationships" xmlns:a="http://schemas.openxmlformats.org/drawingml/2006/main" r:embed="R7bc63ecb8abb424b">
            <a:extLst>
              <a:ext uri="{96DAC541-7B7A-43D3-8B79-37D633B846F1}">
                <asvg:svgBlip xmlns:asvg="http://schemas.microsoft.com/office/drawing/2016/SVG/main" r:embed="Rb592af37e0e0459d"/>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2FBEDBCE-25C6-4E95-B11B-F29AB915899E}"/>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FFFFFF"/>
                </a:solidFill>
                <a:latin typeface="Be Vietnam Pro"/>
                <a:ea typeface="Be Vietnam Pro"/>
                <a:cs typeface="Be Vietnam Pro"/>
              </a:defRPr>
            </a:defPPr>
            <a:lvl1pPr>
              <a:defRPr sz="3675" b="1">
                <a:solidFill>
                  <a:srgbClr val="FFFFFF"/>
                </a:solidFill>
                <a:latin typeface="Be Vietnam Pro"/>
                <a:ea typeface="Be Vietnam Pro"/>
                <a:cs typeface="Be Vietnam Pro"/>
              </a:defRPr>
            </a:lvl1pPr>
            <a:lvl2pPr>
              <a:defRPr sz="3675" b="1">
                <a:solidFill>
                  <a:srgbClr val="FFFFFF"/>
                </a:solidFill>
                <a:latin typeface="Be Vietnam Pro"/>
                <a:ea typeface="Be Vietnam Pro"/>
                <a:cs typeface="Be Vietnam Pro"/>
              </a:defRPr>
            </a:lvl2pPr>
            <a:lvl3pPr>
              <a:defRPr sz="3675" b="1">
                <a:solidFill>
                  <a:srgbClr val="FFFFFF"/>
                </a:solidFill>
                <a:latin typeface="Be Vietnam Pro"/>
                <a:ea typeface="Be Vietnam Pro"/>
                <a:cs typeface="Be Vietnam Pro"/>
              </a:defRPr>
            </a:lvl3pPr>
            <a:lvl4pPr>
              <a:defRPr sz="3675" b="1">
                <a:solidFill>
                  <a:srgbClr val="FFFFFF"/>
                </a:solidFill>
                <a:latin typeface="Be Vietnam Pro"/>
                <a:ea typeface="Be Vietnam Pro"/>
                <a:cs typeface="Be Vietnam Pro"/>
              </a:defRPr>
            </a:lvl4pPr>
            <a:lvl5pPr>
              <a:defRPr sz="3675" b="1">
                <a:solidFill>
                  <a:srgbClr val="FFFFFF"/>
                </a:solidFill>
                <a:latin typeface="Be Vietnam Pro"/>
                <a:ea typeface="Be Vietnam Pro"/>
                <a:cs typeface="Be Vietnam Pro"/>
              </a:defRPr>
            </a:lvl5pPr>
            <a:lvl6pPr>
              <a:defRPr sz="3675" b="1">
                <a:solidFill>
                  <a:srgbClr val="FFFFFF"/>
                </a:solidFill>
                <a:latin typeface="Be Vietnam Pro"/>
                <a:ea typeface="Be Vietnam Pro"/>
                <a:cs typeface="Be Vietnam Pro"/>
              </a:defRPr>
            </a:lvl6pPr>
            <a:lvl7pPr>
              <a:defRPr sz="3675" b="1">
                <a:solidFill>
                  <a:srgbClr val="FFFFFF"/>
                </a:solidFill>
                <a:latin typeface="Be Vietnam Pro"/>
                <a:ea typeface="Be Vietnam Pro"/>
                <a:cs typeface="Be Vietnam Pro"/>
              </a:defRPr>
            </a:lvl7pPr>
            <a:lvl8pPr>
              <a:defRPr sz="3675" b="1">
                <a:solidFill>
                  <a:srgbClr val="FFFFFF"/>
                </a:solidFill>
                <a:latin typeface="Be Vietnam Pro"/>
                <a:ea typeface="Be Vietnam Pro"/>
                <a:cs typeface="Be Vietnam Pro"/>
              </a:defRPr>
            </a:lvl8pPr>
            <a:lvl9pPr>
              <a:defRPr sz="3675" b="1">
                <a:solidFill>
                  <a:srgbClr val="FFFFFF"/>
                </a:solidFill>
                <a:latin typeface="Be Vietnam Pro"/>
                <a:ea typeface="Be Vietnam Pro"/>
                <a:cs typeface="Be Vietnam Pro"/>
              </a:defRPr>
            </a:lvl9pPr>
          </a:lstStyle>
          <a:p xmlns:a="http://schemas.openxmlformats.org/drawingml/2006/main">
            <a:pPr>
              <a:lnSpc>
                <a:spcPct val="116000"/>
              </a:lnSpc>
              <a:buNone/>
              <a:defRPr sz="3675" b="1">
                <a:solidFill>
                  <a:srgbClr val="FFFFFF"/>
                </a:solidFill>
                <a:latin typeface="Be Vietnam Pro"/>
                <a:ea typeface="Be Vietnam Pro"/>
                <a:cs typeface="Be Vietnam Pro"/>
              </a:defRPr>
            </a:pPr>
            <a:r>
              <a:rPr sz="3675" b="1">
                <a:solidFill>
                  <a:srgbClr val="FFFFFF"/>
                </a:solidFill>
                <a:latin typeface="Be Vietnam Pro"/>
                <a:ea typeface="Be Vietnam Pro"/>
                <a:cs typeface="Be Vietnam Pro"/>
              </a:rPr>
              <a:t>Recognition for the team’s prototype</a:t>
            </a:r>
          </a:p>
        </p:txBody>
      </p:sp>
      <p:sp>
        <p:nvSpPr>
          <p:cNvPr id="3" name="page">
            <a:extLst xmlns:a="http://schemas.openxmlformats.org/drawingml/2006/main">
              <a:ext uri="{FF2B5EF4-FFF2-40B4-BE49-F238E27FC236}">
                <a16:creationId xmlns:a16="http://schemas.microsoft.com/office/drawing/2014/main" id="{4054B3E1-3A0C-4386-A78C-09782D51F81D}"/>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F1DCE2"/>
                </a:solidFill>
                <a:latin typeface="Be Vietnam Pro"/>
                <a:ea typeface="Be Vietnam Pro"/>
                <a:cs typeface="Be Vietnam Pro"/>
              </a:defRPr>
            </a:defPPr>
            <a:lvl1pPr>
              <a:defRPr sz="1200">
                <a:solidFill>
                  <a:srgbClr val="F1DCE2"/>
                </a:solidFill>
                <a:latin typeface="Be Vietnam Pro"/>
                <a:ea typeface="Be Vietnam Pro"/>
                <a:cs typeface="Be Vietnam Pro"/>
              </a:defRPr>
            </a:lvl1pPr>
            <a:lvl2pPr>
              <a:defRPr sz="1200">
                <a:solidFill>
                  <a:srgbClr val="F1DCE2"/>
                </a:solidFill>
                <a:latin typeface="Be Vietnam Pro"/>
                <a:ea typeface="Be Vietnam Pro"/>
                <a:cs typeface="Be Vietnam Pro"/>
              </a:defRPr>
            </a:lvl2pPr>
            <a:lvl3pPr>
              <a:defRPr sz="1200">
                <a:solidFill>
                  <a:srgbClr val="F1DCE2"/>
                </a:solidFill>
                <a:latin typeface="Be Vietnam Pro"/>
                <a:ea typeface="Be Vietnam Pro"/>
                <a:cs typeface="Be Vietnam Pro"/>
              </a:defRPr>
            </a:lvl3pPr>
            <a:lvl4pPr>
              <a:defRPr sz="1200">
                <a:solidFill>
                  <a:srgbClr val="F1DCE2"/>
                </a:solidFill>
                <a:latin typeface="Be Vietnam Pro"/>
                <a:ea typeface="Be Vietnam Pro"/>
                <a:cs typeface="Be Vietnam Pro"/>
              </a:defRPr>
            </a:lvl4pPr>
            <a:lvl5pPr>
              <a:defRPr sz="1200">
                <a:solidFill>
                  <a:srgbClr val="F1DCE2"/>
                </a:solidFill>
                <a:latin typeface="Be Vietnam Pro"/>
                <a:ea typeface="Be Vietnam Pro"/>
                <a:cs typeface="Be Vietnam Pro"/>
              </a:defRPr>
            </a:lvl5pPr>
            <a:lvl6pPr>
              <a:defRPr sz="1200">
                <a:solidFill>
                  <a:srgbClr val="F1DCE2"/>
                </a:solidFill>
                <a:latin typeface="Be Vietnam Pro"/>
                <a:ea typeface="Be Vietnam Pro"/>
                <a:cs typeface="Be Vietnam Pro"/>
              </a:defRPr>
            </a:lvl6pPr>
            <a:lvl7pPr>
              <a:defRPr sz="1200">
                <a:solidFill>
                  <a:srgbClr val="F1DCE2"/>
                </a:solidFill>
                <a:latin typeface="Be Vietnam Pro"/>
                <a:ea typeface="Be Vietnam Pro"/>
                <a:cs typeface="Be Vietnam Pro"/>
              </a:defRPr>
            </a:lvl7pPr>
            <a:lvl8pPr>
              <a:defRPr sz="1200">
                <a:solidFill>
                  <a:srgbClr val="F1DCE2"/>
                </a:solidFill>
                <a:latin typeface="Be Vietnam Pro"/>
                <a:ea typeface="Be Vietnam Pro"/>
                <a:cs typeface="Be Vietnam Pro"/>
              </a:defRPr>
            </a:lvl8pPr>
            <a:lvl9pPr>
              <a:defRPr sz="1200">
                <a:solidFill>
                  <a:srgbClr val="F1DCE2"/>
                </a:solidFill>
                <a:latin typeface="Be Vietnam Pro"/>
                <a:ea typeface="Be Vietnam Pro"/>
                <a:cs typeface="Be Vietnam Pro"/>
              </a:defRPr>
            </a:lvl9pPr>
          </a:lstStyle>
          <a:p xmlns:a="http://schemas.openxmlformats.org/drawingml/2006/main">
            <a:pPr>
              <a:defRPr sz="1200">
                <a:solidFill>
                  <a:srgbClr val="F1DCE2"/>
                </a:solidFill>
                <a:latin typeface="Be Vietnam Pro"/>
                <a:ea typeface="Be Vietnam Pro"/>
                <a:cs typeface="Be Vietnam Pro"/>
              </a:defRPr>
            </a:pPr>
            <a:r>
              <a:rPr sz="1200">
                <a:solidFill>
                  <a:srgbClr val="F1DCE2"/>
                </a:solidFill>
                <a:latin typeface="Be Vietnam Pro"/>
                <a:ea typeface="Be Vietnam Pro"/>
                <a:cs typeface="Be Vietnam Pro"/>
              </a:rPr>
              <a:t>09</a:t>
            </a:r>
          </a:p>
        </p:txBody>
      </p:sp>
      <p:sp>
        <p:nvSpPr>
          <p:cNvPr id="4" name="body">
            <a:extLst xmlns:a="http://schemas.openxmlformats.org/drawingml/2006/main">
              <a:ext uri="{FF2B5EF4-FFF2-40B4-BE49-F238E27FC236}">
                <a16:creationId xmlns:a16="http://schemas.microsoft.com/office/drawing/2014/main" id="{610C273D-EE9A-4D67-A8BB-51DC6CD7E0CB}"/>
              </a:ext>
            </a:extLst>
          </p:cNvPr>
          <p:cNvSpPr>
            <a:spLocks xmlns:a="http://schemas.openxmlformats.org/drawingml/2006/main" noGrp="1"/>
          </p:cNvSpPr>
          <p:nvPr/>
        </p:nvSpPr>
        <p:spPr>
          <a:xfrm xmlns:a="http://schemas.openxmlformats.org/drawingml/2006/main">
            <a:off x="609600" y="2543175"/>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6150" b="1">
                <a:solidFill>
                  <a:srgbClr val="FFFFFF"/>
                </a:solidFill>
                <a:latin typeface="Be Vietnam Pro"/>
                <a:ea typeface="Be Vietnam Pro"/>
                <a:cs typeface="Be Vietnam Pro"/>
              </a:defRPr>
            </a:defPPr>
            <a:lvl1pPr>
              <a:defRPr sz="6150" b="1">
                <a:solidFill>
                  <a:srgbClr val="FFFFFF"/>
                </a:solidFill>
                <a:latin typeface="Be Vietnam Pro"/>
                <a:ea typeface="Be Vietnam Pro"/>
                <a:cs typeface="Be Vietnam Pro"/>
              </a:defRPr>
            </a:lvl1pPr>
            <a:lvl2pPr>
              <a:defRPr sz="6150" b="1">
                <a:solidFill>
                  <a:srgbClr val="FFFFFF"/>
                </a:solidFill>
                <a:latin typeface="Be Vietnam Pro"/>
                <a:ea typeface="Be Vietnam Pro"/>
                <a:cs typeface="Be Vietnam Pro"/>
              </a:defRPr>
            </a:lvl2pPr>
            <a:lvl3pPr>
              <a:defRPr sz="6150" b="1">
                <a:solidFill>
                  <a:srgbClr val="FFFFFF"/>
                </a:solidFill>
                <a:latin typeface="Be Vietnam Pro"/>
                <a:ea typeface="Be Vietnam Pro"/>
                <a:cs typeface="Be Vietnam Pro"/>
              </a:defRPr>
            </a:lvl3pPr>
            <a:lvl4pPr>
              <a:defRPr sz="6150" b="1">
                <a:solidFill>
                  <a:srgbClr val="FFFFFF"/>
                </a:solidFill>
                <a:latin typeface="Be Vietnam Pro"/>
                <a:ea typeface="Be Vietnam Pro"/>
                <a:cs typeface="Be Vietnam Pro"/>
              </a:defRPr>
            </a:lvl4pPr>
            <a:lvl5pPr>
              <a:defRPr sz="6150" b="1">
                <a:solidFill>
                  <a:srgbClr val="FFFFFF"/>
                </a:solidFill>
                <a:latin typeface="Be Vietnam Pro"/>
                <a:ea typeface="Be Vietnam Pro"/>
                <a:cs typeface="Be Vietnam Pro"/>
              </a:defRPr>
            </a:lvl5pPr>
            <a:lvl6pPr>
              <a:defRPr sz="6150" b="1">
                <a:solidFill>
                  <a:srgbClr val="FFFFFF"/>
                </a:solidFill>
                <a:latin typeface="Be Vietnam Pro"/>
                <a:ea typeface="Be Vietnam Pro"/>
                <a:cs typeface="Be Vietnam Pro"/>
              </a:defRPr>
            </a:lvl6pPr>
            <a:lvl7pPr>
              <a:defRPr sz="6150" b="1">
                <a:solidFill>
                  <a:srgbClr val="FFFFFF"/>
                </a:solidFill>
                <a:latin typeface="Be Vietnam Pro"/>
                <a:ea typeface="Be Vietnam Pro"/>
                <a:cs typeface="Be Vietnam Pro"/>
              </a:defRPr>
            </a:lvl7pPr>
            <a:lvl8pPr>
              <a:defRPr sz="6150" b="1">
                <a:solidFill>
                  <a:srgbClr val="FFFFFF"/>
                </a:solidFill>
                <a:latin typeface="Be Vietnam Pro"/>
                <a:ea typeface="Be Vietnam Pro"/>
                <a:cs typeface="Be Vietnam Pro"/>
              </a:defRPr>
            </a:lvl8pPr>
            <a:lvl9pPr>
              <a:defRPr sz="6150" b="1">
                <a:solidFill>
                  <a:srgbClr val="FFFFFF"/>
                </a:solidFill>
                <a:latin typeface="Be Vietnam Pro"/>
                <a:ea typeface="Be Vietnam Pro"/>
                <a:cs typeface="Be Vietnam Pro"/>
              </a:defRPr>
            </a:lvl9pPr>
          </a:lstStyle>
          <a:p xmlns:a="http://schemas.openxmlformats.org/drawingml/2006/main">
            <a:pPr>
              <a:lnSpc>
                <a:spcPct val="116000"/>
              </a:lnSpc>
              <a:buNone/>
              <a:defRPr sz="6150" b="1">
                <a:solidFill>
                  <a:srgbClr val="FFFFFF"/>
                </a:solidFill>
                <a:latin typeface="Be Vietnam Pro"/>
                <a:ea typeface="Be Vietnam Pro"/>
                <a:cs typeface="Be Vietnam Pro"/>
              </a:defRPr>
            </a:pPr>
            <a:r>
              <a:rPr sz="6150" b="1">
                <a:solidFill>
                  <a:srgbClr val="FFFFFF"/>
                </a:solidFill>
                <a:latin typeface="Be Vietnam Pro"/>
                <a:ea typeface="Be Vietnam Pro"/>
                <a:cs typeface="Be Vietnam Pro"/>
              </a:rPr>
              <a:t>First Prize</a:t>
            </a:r>
          </a:p>
        </p:txBody>
      </p:sp>
      <p:sp>
        <p:nvSpPr>
          <p:cNvPr id="5" name="body">
            <a:extLst xmlns:a="http://schemas.openxmlformats.org/drawingml/2006/main">
              <a:ext uri="{FF2B5EF4-FFF2-40B4-BE49-F238E27FC236}">
                <a16:creationId xmlns:a16="http://schemas.microsoft.com/office/drawing/2014/main" id="{5F088D3A-651C-4CFD-84F6-FA31EA435DB1}"/>
              </a:ext>
            </a:extLst>
          </p:cNvPr>
          <p:cNvSpPr>
            <a:spLocks xmlns:a="http://schemas.openxmlformats.org/drawingml/2006/main" noGrp="1"/>
          </p:cNvSpPr>
          <p:nvPr/>
        </p:nvSpPr>
        <p:spPr>
          <a:xfrm xmlns:a="http://schemas.openxmlformats.org/drawingml/2006/main">
            <a:off x="609600" y="369570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1">
                <a:solidFill>
                  <a:srgbClr val="FFFFFF"/>
                </a:solidFill>
                <a:latin typeface="Be Vietnam Pro"/>
                <a:ea typeface="Be Vietnam Pro"/>
                <a:cs typeface="Be Vietnam Pro"/>
              </a:defRPr>
            </a:defPPr>
            <a:lvl1pPr>
              <a:defRPr sz="2250" b="1">
                <a:solidFill>
                  <a:srgbClr val="FFFFFF"/>
                </a:solidFill>
                <a:latin typeface="Be Vietnam Pro"/>
                <a:ea typeface="Be Vietnam Pro"/>
                <a:cs typeface="Be Vietnam Pro"/>
              </a:defRPr>
            </a:lvl1pPr>
            <a:lvl2pPr>
              <a:defRPr sz="2250" b="1">
                <a:solidFill>
                  <a:srgbClr val="FFFFFF"/>
                </a:solidFill>
                <a:latin typeface="Be Vietnam Pro"/>
                <a:ea typeface="Be Vietnam Pro"/>
                <a:cs typeface="Be Vietnam Pro"/>
              </a:defRPr>
            </a:lvl2pPr>
            <a:lvl3pPr>
              <a:defRPr sz="2250" b="1">
                <a:solidFill>
                  <a:srgbClr val="FFFFFF"/>
                </a:solidFill>
                <a:latin typeface="Be Vietnam Pro"/>
                <a:ea typeface="Be Vietnam Pro"/>
                <a:cs typeface="Be Vietnam Pro"/>
              </a:defRPr>
            </a:lvl3pPr>
            <a:lvl4pPr>
              <a:defRPr sz="2250" b="1">
                <a:solidFill>
                  <a:srgbClr val="FFFFFF"/>
                </a:solidFill>
                <a:latin typeface="Be Vietnam Pro"/>
                <a:ea typeface="Be Vietnam Pro"/>
                <a:cs typeface="Be Vietnam Pro"/>
              </a:defRPr>
            </a:lvl4pPr>
            <a:lvl5pPr>
              <a:defRPr sz="2250" b="1">
                <a:solidFill>
                  <a:srgbClr val="FFFFFF"/>
                </a:solidFill>
                <a:latin typeface="Be Vietnam Pro"/>
                <a:ea typeface="Be Vietnam Pro"/>
                <a:cs typeface="Be Vietnam Pro"/>
              </a:defRPr>
            </a:lvl5pPr>
            <a:lvl6pPr>
              <a:defRPr sz="2250" b="1">
                <a:solidFill>
                  <a:srgbClr val="FFFFFF"/>
                </a:solidFill>
                <a:latin typeface="Be Vietnam Pro"/>
                <a:ea typeface="Be Vietnam Pro"/>
                <a:cs typeface="Be Vietnam Pro"/>
              </a:defRPr>
            </a:lvl6pPr>
            <a:lvl7pPr>
              <a:defRPr sz="2250" b="1">
                <a:solidFill>
                  <a:srgbClr val="FFFFFF"/>
                </a:solidFill>
                <a:latin typeface="Be Vietnam Pro"/>
                <a:ea typeface="Be Vietnam Pro"/>
                <a:cs typeface="Be Vietnam Pro"/>
              </a:defRPr>
            </a:lvl7pPr>
            <a:lvl8pPr>
              <a:defRPr sz="2250" b="1">
                <a:solidFill>
                  <a:srgbClr val="FFFFFF"/>
                </a:solidFill>
                <a:latin typeface="Be Vietnam Pro"/>
                <a:ea typeface="Be Vietnam Pro"/>
                <a:cs typeface="Be Vietnam Pro"/>
              </a:defRPr>
            </a:lvl8pPr>
            <a:lvl9pPr>
              <a:defRPr sz="2250" b="1">
                <a:solidFill>
                  <a:srgbClr val="FFFFFF"/>
                </a:solidFill>
                <a:latin typeface="Be Vietnam Pro"/>
                <a:ea typeface="Be Vietnam Pro"/>
                <a:cs typeface="Be Vietnam Pro"/>
              </a:defRPr>
            </a:lvl9pPr>
          </a:lstStyle>
          <a:p xmlns:a="http://schemas.openxmlformats.org/drawingml/2006/main">
            <a:pPr>
              <a:lnSpc>
                <a:spcPct val="116000"/>
              </a:lnSpc>
              <a:buNone/>
              <a:defRPr sz="2250" b="1">
                <a:solidFill>
                  <a:srgbClr val="FFFFFF"/>
                </a:solidFill>
                <a:latin typeface="Be Vietnam Pro"/>
                <a:ea typeface="Be Vietnam Pro"/>
                <a:cs typeface="Be Vietnam Pro"/>
              </a:defRPr>
            </a:pPr>
            <a:r>
              <a:rPr sz="2250" b="1">
                <a:solidFill>
                  <a:srgbClr val="FFFFFF"/>
                </a:solidFill>
                <a:latin typeface="Be Vietnam Pro"/>
                <a:ea typeface="Be Vietnam Pro"/>
                <a:cs typeface="Be Vietnam Pro"/>
              </a:rPr>
              <a:t>IT Hackathon 2025</a:t>
            </a:r>
          </a:p>
        </p:txBody>
      </p:sp>
      <p:sp>
        <p:nvSpPr>
          <p:cNvPr id="6" name="body">
            <a:extLst xmlns:a="http://schemas.openxmlformats.org/drawingml/2006/main">
              <a:ext uri="{FF2B5EF4-FFF2-40B4-BE49-F238E27FC236}">
                <a16:creationId xmlns:a16="http://schemas.microsoft.com/office/drawing/2014/main" id="{EDD964D0-591A-43D6-94CF-DF95F5B6FA7C}"/>
              </a:ext>
            </a:extLst>
          </p:cNvPr>
          <p:cNvSpPr>
            <a:spLocks xmlns:a="http://schemas.openxmlformats.org/drawingml/2006/main" noGrp="1"/>
          </p:cNvSpPr>
          <p:nvPr/>
        </p:nvSpPr>
        <p:spPr>
          <a:xfrm xmlns:a="http://schemas.openxmlformats.org/drawingml/2006/main">
            <a:off x="609600" y="4267200"/>
            <a:ext cx="54292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Solana Pragmatic</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International University, VNUHCM</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May 2025</a:t>
            </a:r>
          </a:p>
        </p:txBody>
      </p:sp>
      <p:sp>
        <p:nvSpPr>
          <p:cNvPr id="7" name="body">
            <a:extLst xmlns:a="http://schemas.openxmlformats.org/drawingml/2006/main">
              <a:ext uri="{FF2B5EF4-FFF2-40B4-BE49-F238E27FC236}">
                <a16:creationId xmlns:a16="http://schemas.microsoft.com/office/drawing/2014/main" id="{6828362C-DED1-490A-B772-9D38517BB2F2}"/>
              </a:ext>
            </a:extLst>
          </p:cNvPr>
          <p:cNvSpPr>
            <a:spLocks xmlns:a="http://schemas.openxmlformats.org/drawingml/2006/main" noGrp="1"/>
          </p:cNvSpPr>
          <p:nvPr/>
        </p:nvSpPr>
        <p:spPr>
          <a:xfrm xmlns:a="http://schemas.openxmlformats.org/drawingml/2006/main">
            <a:off x="7667625" y="2628900"/>
            <a:ext cx="3810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175" b="1">
                <a:solidFill>
                  <a:srgbClr val="FFFFFF"/>
                </a:solidFill>
                <a:latin typeface="Be Vietnam Pro"/>
                <a:ea typeface="Be Vietnam Pro"/>
                <a:cs typeface="Be Vietnam Pro"/>
              </a:defRPr>
            </a:defPPr>
            <a:lvl1pPr>
              <a:defRPr sz="5175" b="1">
                <a:solidFill>
                  <a:srgbClr val="FFFFFF"/>
                </a:solidFill>
                <a:latin typeface="Be Vietnam Pro"/>
                <a:ea typeface="Be Vietnam Pro"/>
                <a:cs typeface="Be Vietnam Pro"/>
              </a:defRPr>
            </a:lvl1pPr>
            <a:lvl2pPr>
              <a:defRPr sz="5175" b="1">
                <a:solidFill>
                  <a:srgbClr val="FFFFFF"/>
                </a:solidFill>
                <a:latin typeface="Be Vietnam Pro"/>
                <a:ea typeface="Be Vietnam Pro"/>
                <a:cs typeface="Be Vietnam Pro"/>
              </a:defRPr>
            </a:lvl2pPr>
            <a:lvl3pPr>
              <a:defRPr sz="5175" b="1">
                <a:solidFill>
                  <a:srgbClr val="FFFFFF"/>
                </a:solidFill>
                <a:latin typeface="Be Vietnam Pro"/>
                <a:ea typeface="Be Vietnam Pro"/>
                <a:cs typeface="Be Vietnam Pro"/>
              </a:defRPr>
            </a:lvl3pPr>
            <a:lvl4pPr>
              <a:defRPr sz="5175" b="1">
                <a:solidFill>
                  <a:srgbClr val="FFFFFF"/>
                </a:solidFill>
                <a:latin typeface="Be Vietnam Pro"/>
                <a:ea typeface="Be Vietnam Pro"/>
                <a:cs typeface="Be Vietnam Pro"/>
              </a:defRPr>
            </a:lvl4pPr>
            <a:lvl5pPr>
              <a:defRPr sz="5175" b="1">
                <a:solidFill>
                  <a:srgbClr val="FFFFFF"/>
                </a:solidFill>
                <a:latin typeface="Be Vietnam Pro"/>
                <a:ea typeface="Be Vietnam Pro"/>
                <a:cs typeface="Be Vietnam Pro"/>
              </a:defRPr>
            </a:lvl5pPr>
            <a:lvl6pPr>
              <a:defRPr sz="5175" b="1">
                <a:solidFill>
                  <a:srgbClr val="FFFFFF"/>
                </a:solidFill>
                <a:latin typeface="Be Vietnam Pro"/>
                <a:ea typeface="Be Vietnam Pro"/>
                <a:cs typeface="Be Vietnam Pro"/>
              </a:defRPr>
            </a:lvl6pPr>
            <a:lvl7pPr>
              <a:defRPr sz="5175" b="1">
                <a:solidFill>
                  <a:srgbClr val="FFFFFF"/>
                </a:solidFill>
                <a:latin typeface="Be Vietnam Pro"/>
                <a:ea typeface="Be Vietnam Pro"/>
                <a:cs typeface="Be Vietnam Pro"/>
              </a:defRPr>
            </a:lvl7pPr>
            <a:lvl8pPr>
              <a:defRPr sz="5175" b="1">
                <a:solidFill>
                  <a:srgbClr val="FFFFFF"/>
                </a:solidFill>
                <a:latin typeface="Be Vietnam Pro"/>
                <a:ea typeface="Be Vietnam Pro"/>
                <a:cs typeface="Be Vietnam Pro"/>
              </a:defRPr>
            </a:lvl8pPr>
            <a:lvl9pPr>
              <a:defRPr sz="5175" b="1">
                <a:solidFill>
                  <a:srgbClr val="FFFFFF"/>
                </a:solidFill>
                <a:latin typeface="Be Vietnam Pro"/>
                <a:ea typeface="Be Vietnam Pro"/>
                <a:cs typeface="Be Vietnam Pro"/>
              </a:defRPr>
            </a:lvl9pPr>
          </a:lstStyle>
          <a:p xmlns:a="http://schemas.openxmlformats.org/drawingml/2006/main">
            <a:pPr>
              <a:lnSpc>
                <a:spcPct val="116000"/>
              </a:lnSpc>
              <a:buNone/>
              <a:defRPr sz="5175" b="1">
                <a:solidFill>
                  <a:srgbClr val="FFFFFF"/>
                </a:solidFill>
                <a:latin typeface="Be Vietnam Pro"/>
                <a:ea typeface="Be Vietnam Pro"/>
                <a:cs typeface="Be Vietnam Pro"/>
              </a:defRPr>
            </a:pPr>
            <a:r>
              <a:rPr sz="5175" b="1">
                <a:solidFill>
                  <a:srgbClr val="FFFFFF"/>
                </a:solidFill>
                <a:latin typeface="Be Vietnam Pro"/>
                <a:ea typeface="Be Vietnam Pro"/>
                <a:cs typeface="Be Vietnam Pro"/>
              </a:rPr>
              <a:t>Top 30</a:t>
            </a:r>
          </a:p>
        </p:txBody>
      </p:sp>
      <p:sp>
        <p:nvSpPr>
          <p:cNvPr id="8" name="body">
            <a:extLst xmlns:a="http://schemas.openxmlformats.org/drawingml/2006/main">
              <a:ext uri="{FF2B5EF4-FFF2-40B4-BE49-F238E27FC236}">
                <a16:creationId xmlns:a16="http://schemas.microsoft.com/office/drawing/2014/main" id="{8280F3C4-A5BC-46EC-99D1-C8023037930C}"/>
              </a:ext>
            </a:extLst>
          </p:cNvPr>
          <p:cNvSpPr>
            <a:spLocks xmlns:a="http://schemas.openxmlformats.org/drawingml/2006/main" noGrp="1"/>
          </p:cNvSpPr>
          <p:nvPr/>
        </p:nvSpPr>
        <p:spPr>
          <a:xfrm xmlns:a="http://schemas.openxmlformats.org/drawingml/2006/main">
            <a:off x="7667625" y="369570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FFFFFF"/>
                </a:solidFill>
                <a:latin typeface="Be Vietnam Pro"/>
                <a:ea typeface="Be Vietnam Pro"/>
                <a:cs typeface="Be Vietnam Pro"/>
              </a:defRPr>
            </a:defPPr>
            <a:lvl1pPr>
              <a:defRPr sz="2175" b="1">
                <a:solidFill>
                  <a:srgbClr val="FFFFFF"/>
                </a:solidFill>
                <a:latin typeface="Be Vietnam Pro"/>
                <a:ea typeface="Be Vietnam Pro"/>
                <a:cs typeface="Be Vietnam Pro"/>
              </a:defRPr>
            </a:lvl1pPr>
            <a:lvl2pPr>
              <a:defRPr sz="2175" b="1">
                <a:solidFill>
                  <a:srgbClr val="FFFFFF"/>
                </a:solidFill>
                <a:latin typeface="Be Vietnam Pro"/>
                <a:ea typeface="Be Vietnam Pro"/>
                <a:cs typeface="Be Vietnam Pro"/>
              </a:defRPr>
            </a:lvl2pPr>
            <a:lvl3pPr>
              <a:defRPr sz="2175" b="1">
                <a:solidFill>
                  <a:srgbClr val="FFFFFF"/>
                </a:solidFill>
                <a:latin typeface="Be Vietnam Pro"/>
                <a:ea typeface="Be Vietnam Pro"/>
                <a:cs typeface="Be Vietnam Pro"/>
              </a:defRPr>
            </a:lvl3pPr>
            <a:lvl4pPr>
              <a:defRPr sz="2175" b="1">
                <a:solidFill>
                  <a:srgbClr val="FFFFFF"/>
                </a:solidFill>
                <a:latin typeface="Be Vietnam Pro"/>
                <a:ea typeface="Be Vietnam Pro"/>
                <a:cs typeface="Be Vietnam Pro"/>
              </a:defRPr>
            </a:lvl4pPr>
            <a:lvl5pPr>
              <a:defRPr sz="2175" b="1">
                <a:solidFill>
                  <a:srgbClr val="FFFFFF"/>
                </a:solidFill>
                <a:latin typeface="Be Vietnam Pro"/>
                <a:ea typeface="Be Vietnam Pro"/>
                <a:cs typeface="Be Vietnam Pro"/>
              </a:defRPr>
            </a:lvl5pPr>
            <a:lvl6pPr>
              <a:defRPr sz="2175" b="1">
                <a:solidFill>
                  <a:srgbClr val="FFFFFF"/>
                </a:solidFill>
                <a:latin typeface="Be Vietnam Pro"/>
                <a:ea typeface="Be Vietnam Pro"/>
                <a:cs typeface="Be Vietnam Pro"/>
              </a:defRPr>
            </a:lvl6pPr>
            <a:lvl7pPr>
              <a:defRPr sz="2175" b="1">
                <a:solidFill>
                  <a:srgbClr val="FFFFFF"/>
                </a:solidFill>
                <a:latin typeface="Be Vietnam Pro"/>
                <a:ea typeface="Be Vietnam Pro"/>
                <a:cs typeface="Be Vietnam Pro"/>
              </a:defRPr>
            </a:lvl7pPr>
            <a:lvl8pPr>
              <a:defRPr sz="2175" b="1">
                <a:solidFill>
                  <a:srgbClr val="FFFFFF"/>
                </a:solidFill>
                <a:latin typeface="Be Vietnam Pro"/>
                <a:ea typeface="Be Vietnam Pro"/>
                <a:cs typeface="Be Vietnam Pro"/>
              </a:defRPr>
            </a:lvl8pPr>
            <a:lvl9pPr>
              <a:defRPr sz="2175" b="1">
                <a:solidFill>
                  <a:srgbClr val="FFFFFF"/>
                </a:solidFill>
                <a:latin typeface="Be Vietnam Pro"/>
                <a:ea typeface="Be Vietnam Pro"/>
                <a:cs typeface="Be Vietnam Pro"/>
              </a:defRPr>
            </a:lvl9pPr>
          </a:lstStyle>
          <a:p xmlns:a="http://schemas.openxmlformats.org/drawingml/2006/main">
            <a:pPr>
              <a:lnSpc>
                <a:spcPct val="116000"/>
              </a:lnSpc>
              <a:buNone/>
              <a:defRPr sz="2175" b="1">
                <a:solidFill>
                  <a:srgbClr val="FFFFFF"/>
                </a:solidFill>
                <a:latin typeface="Be Vietnam Pro"/>
                <a:ea typeface="Be Vietnam Pro"/>
                <a:cs typeface="Be Vietnam Pro"/>
              </a:defRPr>
            </a:pPr>
            <a:r>
              <a:rPr sz="2175" b="1">
                <a:solidFill>
                  <a:srgbClr val="FFFFFF"/>
                </a:solidFill>
                <a:latin typeface="Be Vietnam Pro"/>
                <a:ea typeface="Be Vietnam Pro"/>
                <a:cs typeface="Be Vietnam Pro"/>
              </a:rPr>
              <a:t>Web3 HackFest 2025</a:t>
            </a:r>
          </a:p>
        </p:txBody>
      </p:sp>
      <p:sp>
        <p:nvSpPr>
          <p:cNvPr id="9" name="body">
            <a:extLst xmlns:a="http://schemas.openxmlformats.org/drawingml/2006/main">
              <a:ext uri="{FF2B5EF4-FFF2-40B4-BE49-F238E27FC236}">
                <a16:creationId xmlns:a16="http://schemas.microsoft.com/office/drawing/2014/main" id="{D9E2F503-22CF-4C31-9445-611F0A566284}"/>
              </a:ext>
            </a:extLst>
          </p:cNvPr>
          <p:cNvSpPr>
            <a:spLocks xmlns:a="http://schemas.openxmlformats.org/drawingml/2006/main" noGrp="1"/>
          </p:cNvSpPr>
          <p:nvPr/>
        </p:nvSpPr>
        <p:spPr>
          <a:xfrm xmlns:a="http://schemas.openxmlformats.org/drawingml/2006/main">
            <a:off x="7667625" y="4267200"/>
            <a:ext cx="3810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Web3 &amp; AI Convergence</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VBI Academy</a:t>
            </a:r>
          </a:p>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January 2025</a:t>
            </a:r>
          </a:p>
        </p:txBody>
      </p:sp>
      <p:sp>
        <p:nvSpPr>
          <p:cNvPr id="10" name="source-note">
            <a:extLst xmlns:a="http://schemas.openxmlformats.org/drawingml/2006/main">
              <a:ext uri="{FF2B5EF4-FFF2-40B4-BE49-F238E27FC236}">
                <a16:creationId xmlns:a16="http://schemas.microsoft.com/office/drawing/2014/main" id="{5641C883-C089-4485-8F30-972D3ACEC2CA}"/>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F1DCE2"/>
                </a:solidFill>
                <a:latin typeface="Be Vietnam Pro"/>
                <a:ea typeface="Be Vietnam Pro"/>
                <a:cs typeface="Be Vietnam Pro"/>
              </a:defRPr>
            </a:defPPr>
            <a:lvl1pPr>
              <a:defRPr sz="1125" b="0">
                <a:solidFill>
                  <a:srgbClr val="F1DCE2"/>
                </a:solidFill>
                <a:latin typeface="Be Vietnam Pro"/>
                <a:ea typeface="Be Vietnam Pro"/>
                <a:cs typeface="Be Vietnam Pro"/>
              </a:defRPr>
            </a:lvl1pPr>
            <a:lvl2pPr>
              <a:defRPr sz="1125" b="0">
                <a:solidFill>
                  <a:srgbClr val="F1DCE2"/>
                </a:solidFill>
                <a:latin typeface="Be Vietnam Pro"/>
                <a:ea typeface="Be Vietnam Pro"/>
                <a:cs typeface="Be Vietnam Pro"/>
              </a:defRPr>
            </a:lvl2pPr>
            <a:lvl3pPr>
              <a:defRPr sz="1125" b="0">
                <a:solidFill>
                  <a:srgbClr val="F1DCE2"/>
                </a:solidFill>
                <a:latin typeface="Be Vietnam Pro"/>
                <a:ea typeface="Be Vietnam Pro"/>
                <a:cs typeface="Be Vietnam Pro"/>
              </a:defRPr>
            </a:lvl3pPr>
            <a:lvl4pPr>
              <a:defRPr sz="1125" b="0">
                <a:solidFill>
                  <a:srgbClr val="F1DCE2"/>
                </a:solidFill>
                <a:latin typeface="Be Vietnam Pro"/>
                <a:ea typeface="Be Vietnam Pro"/>
                <a:cs typeface="Be Vietnam Pro"/>
              </a:defRPr>
            </a:lvl4pPr>
            <a:lvl5pPr>
              <a:defRPr sz="1125" b="0">
                <a:solidFill>
                  <a:srgbClr val="F1DCE2"/>
                </a:solidFill>
                <a:latin typeface="Be Vietnam Pro"/>
                <a:ea typeface="Be Vietnam Pro"/>
                <a:cs typeface="Be Vietnam Pro"/>
              </a:defRPr>
            </a:lvl5pPr>
            <a:lvl6pPr>
              <a:defRPr sz="1125" b="0">
                <a:solidFill>
                  <a:srgbClr val="F1DCE2"/>
                </a:solidFill>
                <a:latin typeface="Be Vietnam Pro"/>
                <a:ea typeface="Be Vietnam Pro"/>
                <a:cs typeface="Be Vietnam Pro"/>
              </a:defRPr>
            </a:lvl6pPr>
            <a:lvl7pPr>
              <a:defRPr sz="1125" b="0">
                <a:solidFill>
                  <a:srgbClr val="F1DCE2"/>
                </a:solidFill>
                <a:latin typeface="Be Vietnam Pro"/>
                <a:ea typeface="Be Vietnam Pro"/>
                <a:cs typeface="Be Vietnam Pro"/>
              </a:defRPr>
            </a:lvl7pPr>
            <a:lvl8pPr>
              <a:defRPr sz="1125" b="0">
                <a:solidFill>
                  <a:srgbClr val="F1DCE2"/>
                </a:solidFill>
                <a:latin typeface="Be Vietnam Pro"/>
                <a:ea typeface="Be Vietnam Pro"/>
                <a:cs typeface="Be Vietnam Pro"/>
              </a:defRPr>
            </a:lvl8pPr>
            <a:lvl9pPr>
              <a:defRPr sz="1125" b="0">
                <a:solidFill>
                  <a:srgbClr val="F1DCE2"/>
                </a:solidFill>
                <a:latin typeface="Be Vietnam Pro"/>
                <a:ea typeface="Be Vietnam Pro"/>
                <a:cs typeface="Be Vietnam Pro"/>
              </a:defRPr>
            </a:lvl9pPr>
          </a:lstStyle>
          <a:p xmlns:a="http://schemas.openxmlformats.org/drawingml/2006/main">
            <a:pPr>
              <a:lnSpc>
                <a:spcPct val="116000"/>
              </a:lnSpc>
              <a:buNone/>
              <a:defRPr sz="1125" b="0">
                <a:solidFill>
                  <a:srgbClr val="F1DCE2"/>
                </a:solidFill>
                <a:latin typeface="Be Vietnam Pro"/>
                <a:ea typeface="Be Vietnam Pro"/>
                <a:cs typeface="Be Vietnam Pro"/>
              </a:defRPr>
            </a:pPr>
            <a:r>
              <a:rPr sz="1125" b="0">
                <a:solidFill>
                  <a:srgbClr val="F1DCE2"/>
                </a:solidFill>
                <a:latin typeface="Be Vietnam Pro"/>
                <a:ea typeface="Be Vietnam Pro"/>
                <a:cs typeface="Be Vietnam Pro"/>
              </a:rPr>
              <a:t>Team NotLikeUs. Recognition earned in 2025. Product screenshots reflect the October 2026 interface.</a:t>
            </a:r>
          </a:p>
        </p:txBody>
      </p:sp>
    </p:spTree>
    <p:extLst>
      <p:ext uri="{BB962C8B-B14F-4D97-AF65-F5344CB8AC3E}">
        <p14:creationId xmlns:p14="http://schemas.microsoft.com/office/powerpoint/2010/main" val="266843536"/>
      </p:ext>
    </p:extLst>
  </p:cSld>
</p:sld>
</file>

<file path=ppt/slides/slide10.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14D436DE-C111-4BEA-B57C-4E6364FB4DD9}"/>
              </a:ext>
            </a:extLst>
          </p:cNvPr>
          <p:cNvPicPr>
            <a:picLocks xmlns:a="http://schemas.openxmlformats.org/drawingml/2006/main" noChangeAspect="1"/>
          </p:cNvPicPr>
          <p:nvPr/>
        </p:nvPicPr>
        <p:blipFill>
          <a:blip xmlns:r="http://schemas.openxmlformats.org/officeDocument/2006/relationships" xmlns:a="http://schemas.openxmlformats.org/drawingml/2006/main" r:embed="R02270c1a0e9d473d">
            <a:extLst>
              <a:ext uri="{96DAC541-7B7A-43D3-8B79-37D633B846F1}">
                <asvg:svgBlip xmlns:asvg="http://schemas.microsoft.com/office/drawing/2016/SVG/main" r:embed="Rb8fcf3860eb943e3"/>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EE9E3590-9F4F-478B-A15E-0E63FD5CE630}"/>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business model to validate</a:t>
            </a:r>
          </a:p>
        </p:txBody>
      </p:sp>
      <p:sp>
        <p:nvSpPr>
          <p:cNvPr id="3" name="body">
            <a:extLst xmlns:a="http://schemas.openxmlformats.org/drawingml/2006/main">
              <a:ext uri="{FF2B5EF4-FFF2-40B4-BE49-F238E27FC236}">
                <a16:creationId xmlns:a16="http://schemas.microsoft.com/office/drawing/2014/main" id="{0AA2F9B3-4FF9-40D1-BD85-390A97B7D49C}"/>
              </a:ext>
            </a:extLst>
          </p:cNvPr>
          <p:cNvSpPr>
            <a:spLocks xmlns:a="http://schemas.openxmlformats.org/drawingml/2006/main" noGrp="1"/>
          </p:cNvSpPr>
          <p:nvPr/>
        </p:nvSpPr>
        <p:spPr>
          <a:xfrm xmlns:a="http://schemas.openxmlformats.org/drawingml/2006/main">
            <a:off x="609600" y="220027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665F68"/>
                </a:solidFill>
                <a:latin typeface="Be Vietnam Pro"/>
                <a:ea typeface="Be Vietnam Pro"/>
                <a:cs typeface="Be Vietnam Pro"/>
              </a:defRPr>
            </a:defPPr>
            <a:lvl1pPr>
              <a:defRPr sz="1875" b="0">
                <a:solidFill>
                  <a:srgbClr val="665F68"/>
                </a:solidFill>
                <a:latin typeface="Be Vietnam Pro"/>
                <a:ea typeface="Be Vietnam Pro"/>
                <a:cs typeface="Be Vietnam Pro"/>
              </a:defRPr>
            </a:lvl1pPr>
            <a:lvl2pPr>
              <a:defRPr sz="1875" b="0">
                <a:solidFill>
                  <a:srgbClr val="665F68"/>
                </a:solidFill>
                <a:latin typeface="Be Vietnam Pro"/>
                <a:ea typeface="Be Vietnam Pro"/>
                <a:cs typeface="Be Vietnam Pro"/>
              </a:defRPr>
            </a:lvl2pPr>
            <a:lvl3pPr>
              <a:defRPr sz="1875" b="0">
                <a:solidFill>
                  <a:srgbClr val="665F68"/>
                </a:solidFill>
                <a:latin typeface="Be Vietnam Pro"/>
                <a:ea typeface="Be Vietnam Pro"/>
                <a:cs typeface="Be Vietnam Pro"/>
              </a:defRPr>
            </a:lvl3pPr>
            <a:lvl4pPr>
              <a:defRPr sz="1875" b="0">
                <a:solidFill>
                  <a:srgbClr val="665F68"/>
                </a:solidFill>
                <a:latin typeface="Be Vietnam Pro"/>
                <a:ea typeface="Be Vietnam Pro"/>
                <a:cs typeface="Be Vietnam Pro"/>
              </a:defRPr>
            </a:lvl4pPr>
            <a:lvl5pPr>
              <a:defRPr sz="1875" b="0">
                <a:solidFill>
                  <a:srgbClr val="665F68"/>
                </a:solidFill>
                <a:latin typeface="Be Vietnam Pro"/>
                <a:ea typeface="Be Vietnam Pro"/>
                <a:cs typeface="Be Vietnam Pro"/>
              </a:defRPr>
            </a:lvl5pPr>
            <a:lvl6pPr>
              <a:defRPr sz="1875" b="0">
                <a:solidFill>
                  <a:srgbClr val="665F68"/>
                </a:solidFill>
                <a:latin typeface="Be Vietnam Pro"/>
                <a:ea typeface="Be Vietnam Pro"/>
                <a:cs typeface="Be Vietnam Pro"/>
              </a:defRPr>
            </a:lvl6pPr>
            <a:lvl7pPr>
              <a:defRPr sz="1875" b="0">
                <a:solidFill>
                  <a:srgbClr val="665F68"/>
                </a:solidFill>
                <a:latin typeface="Be Vietnam Pro"/>
                <a:ea typeface="Be Vietnam Pro"/>
                <a:cs typeface="Be Vietnam Pro"/>
              </a:defRPr>
            </a:lvl7pPr>
            <a:lvl8pPr>
              <a:defRPr sz="1875" b="0">
                <a:solidFill>
                  <a:srgbClr val="665F68"/>
                </a:solidFill>
                <a:latin typeface="Be Vietnam Pro"/>
                <a:ea typeface="Be Vietnam Pro"/>
                <a:cs typeface="Be Vietnam Pro"/>
              </a:defRPr>
            </a:lvl8pPr>
            <a:lvl9pPr>
              <a:defRPr sz="1875" b="0">
                <a:solidFill>
                  <a:srgbClr val="665F68"/>
                </a:solidFill>
                <a:latin typeface="Be Vietnam Pro"/>
                <a:ea typeface="Be Vietnam Pro"/>
                <a:cs typeface="Be Vietnam Pro"/>
              </a:defRPr>
            </a:lvl9pPr>
          </a:lstStyle>
          <a:p xmlns:a="http://schemas.openxmlformats.org/drawingml/2006/main">
            <a:pPr>
              <a:lnSpc>
                <a:spcPct val="116000"/>
              </a:lnSpc>
              <a:buNone/>
              <a:defRPr sz="1875" b="0">
                <a:solidFill>
                  <a:srgbClr val="665F68"/>
                </a:solidFill>
                <a:latin typeface="Be Vietnam Pro"/>
                <a:ea typeface="Be Vietnam Pro"/>
                <a:cs typeface="Be Vietnam Pro"/>
              </a:defRPr>
            </a:pPr>
            <a:r>
              <a:rPr sz="1875" b="0">
                <a:solidFill>
                  <a:srgbClr val="665F68"/>
                </a:solidFill>
                <a:latin typeface="Be Vietnam Pro"/>
                <a:ea typeface="Be Vietnam Pro"/>
                <a:cs typeface="Be Vietnam Pro"/>
              </a:rPr>
              <a:t>The first commercial question is whether offices will pay for clearer case management.</a:t>
            </a:r>
          </a:p>
        </p:txBody>
      </p:sp>
      <p:sp>
        <p:nvSpPr>
          <p:cNvPr id="4" name="page">
            <a:extLst xmlns:a="http://schemas.openxmlformats.org/drawingml/2006/main">
              <a:ext uri="{FF2B5EF4-FFF2-40B4-BE49-F238E27FC236}">
                <a16:creationId xmlns:a16="http://schemas.microsoft.com/office/drawing/2014/main" id="{2CD9596F-FDD6-497B-990C-5A01C21C5EC3}"/>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10</a:t>
            </a:r>
          </a:p>
        </p:txBody>
      </p:sp>
      <p:sp>
        <p:nvSpPr>
          <p:cNvPr id="5" name="body">
            <a:extLst xmlns:a="http://schemas.openxmlformats.org/drawingml/2006/main">
              <a:ext uri="{FF2B5EF4-FFF2-40B4-BE49-F238E27FC236}">
                <a16:creationId xmlns:a16="http://schemas.microsoft.com/office/drawing/2014/main" id="{BD3D4E04-37EA-4A24-B86D-3E89A6932E9A}"/>
              </a:ext>
            </a:extLst>
          </p:cNvPr>
          <p:cNvSpPr>
            <a:spLocks xmlns:a="http://schemas.openxmlformats.org/drawingml/2006/main" noGrp="1"/>
          </p:cNvSpPr>
          <p:nvPr/>
        </p:nvSpPr>
        <p:spPr>
          <a:xfrm xmlns:a="http://schemas.openxmlformats.org/drawingml/2006/main">
            <a:off x="609600" y="3362325"/>
            <a:ext cx="557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75" b="1">
                <a:solidFill>
                  <a:srgbClr val="AA1D39"/>
                </a:solidFill>
                <a:latin typeface="Be Vietnam Pro"/>
                <a:ea typeface="Be Vietnam Pro"/>
                <a:cs typeface="Be Vietnam Pro"/>
              </a:defRPr>
            </a:defPPr>
            <a:lvl1pPr>
              <a:defRPr sz="3075" b="1">
                <a:solidFill>
                  <a:srgbClr val="AA1D39"/>
                </a:solidFill>
                <a:latin typeface="Be Vietnam Pro"/>
                <a:ea typeface="Be Vietnam Pro"/>
                <a:cs typeface="Be Vietnam Pro"/>
              </a:defRPr>
            </a:lvl1pPr>
            <a:lvl2pPr>
              <a:defRPr sz="3075" b="1">
                <a:solidFill>
                  <a:srgbClr val="AA1D39"/>
                </a:solidFill>
                <a:latin typeface="Be Vietnam Pro"/>
                <a:ea typeface="Be Vietnam Pro"/>
                <a:cs typeface="Be Vietnam Pro"/>
              </a:defRPr>
            </a:lvl2pPr>
            <a:lvl3pPr>
              <a:defRPr sz="3075" b="1">
                <a:solidFill>
                  <a:srgbClr val="AA1D39"/>
                </a:solidFill>
                <a:latin typeface="Be Vietnam Pro"/>
                <a:ea typeface="Be Vietnam Pro"/>
                <a:cs typeface="Be Vietnam Pro"/>
              </a:defRPr>
            </a:lvl3pPr>
            <a:lvl4pPr>
              <a:defRPr sz="3075" b="1">
                <a:solidFill>
                  <a:srgbClr val="AA1D39"/>
                </a:solidFill>
                <a:latin typeface="Be Vietnam Pro"/>
                <a:ea typeface="Be Vietnam Pro"/>
                <a:cs typeface="Be Vietnam Pro"/>
              </a:defRPr>
            </a:lvl4pPr>
            <a:lvl5pPr>
              <a:defRPr sz="3075" b="1">
                <a:solidFill>
                  <a:srgbClr val="AA1D39"/>
                </a:solidFill>
                <a:latin typeface="Be Vietnam Pro"/>
                <a:ea typeface="Be Vietnam Pro"/>
                <a:cs typeface="Be Vietnam Pro"/>
              </a:defRPr>
            </a:lvl5pPr>
            <a:lvl6pPr>
              <a:defRPr sz="3075" b="1">
                <a:solidFill>
                  <a:srgbClr val="AA1D39"/>
                </a:solidFill>
                <a:latin typeface="Be Vietnam Pro"/>
                <a:ea typeface="Be Vietnam Pro"/>
                <a:cs typeface="Be Vietnam Pro"/>
              </a:defRPr>
            </a:lvl6pPr>
            <a:lvl7pPr>
              <a:defRPr sz="3075" b="1">
                <a:solidFill>
                  <a:srgbClr val="AA1D39"/>
                </a:solidFill>
                <a:latin typeface="Be Vietnam Pro"/>
                <a:ea typeface="Be Vietnam Pro"/>
                <a:cs typeface="Be Vietnam Pro"/>
              </a:defRPr>
            </a:lvl7pPr>
            <a:lvl8pPr>
              <a:defRPr sz="3075" b="1">
                <a:solidFill>
                  <a:srgbClr val="AA1D39"/>
                </a:solidFill>
                <a:latin typeface="Be Vietnam Pro"/>
                <a:ea typeface="Be Vietnam Pro"/>
                <a:cs typeface="Be Vietnam Pro"/>
              </a:defRPr>
            </a:lvl8pPr>
            <a:lvl9pPr>
              <a:defRPr sz="3075" b="1">
                <a:solidFill>
                  <a:srgbClr val="AA1D39"/>
                </a:solidFill>
                <a:latin typeface="Be Vietnam Pro"/>
                <a:ea typeface="Be Vietnam Pro"/>
                <a:cs typeface="Be Vietnam Pro"/>
              </a:defRPr>
            </a:lvl9pPr>
          </a:lstStyle>
          <a:p xmlns:a="http://schemas.openxmlformats.org/drawingml/2006/main">
            <a:pPr>
              <a:lnSpc>
                <a:spcPct val="116000"/>
              </a:lnSpc>
              <a:buNone/>
              <a:defRPr sz="3075" b="1">
                <a:solidFill>
                  <a:srgbClr val="AA1D39"/>
                </a:solidFill>
                <a:latin typeface="Be Vietnam Pro"/>
                <a:ea typeface="Be Vietnam Pro"/>
                <a:cs typeface="Be Vietnam Pro"/>
              </a:defRPr>
            </a:pPr>
            <a:r>
              <a:rPr sz="3075" b="1">
                <a:solidFill>
                  <a:srgbClr val="AA1D39"/>
                </a:solidFill>
                <a:latin typeface="Be Vietnam Pro"/>
                <a:ea typeface="Be Vietnam Pro"/>
                <a:cs typeface="Be Vietnam Pro"/>
              </a:rPr>
              <a:t>Office subscription</a:t>
            </a:r>
          </a:p>
        </p:txBody>
      </p:sp>
      <p:sp>
        <p:nvSpPr>
          <p:cNvPr id="6" name="body">
            <a:extLst xmlns:a="http://schemas.openxmlformats.org/drawingml/2006/main">
              <a:ext uri="{FF2B5EF4-FFF2-40B4-BE49-F238E27FC236}">
                <a16:creationId xmlns:a16="http://schemas.microsoft.com/office/drawing/2014/main" id="{335DC8AA-7B52-4C38-81FB-6205053C0E1C}"/>
              </a:ext>
            </a:extLst>
          </p:cNvPr>
          <p:cNvSpPr>
            <a:spLocks xmlns:a="http://schemas.openxmlformats.org/drawingml/2006/main" noGrp="1"/>
          </p:cNvSpPr>
          <p:nvPr/>
        </p:nvSpPr>
        <p:spPr>
          <a:xfrm xmlns:a="http://schemas.openxmlformats.org/drawingml/2006/main">
            <a:off x="609600" y="4248150"/>
            <a:ext cx="5095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665F68"/>
                </a:solidFill>
                <a:latin typeface="Be Vietnam Pro"/>
                <a:ea typeface="Be Vietnam Pro"/>
                <a:cs typeface="Be Vietnam Pro"/>
              </a:defRPr>
            </a:defPPr>
            <a:lvl1pPr>
              <a:defRPr sz="2175" b="0">
                <a:solidFill>
                  <a:srgbClr val="665F68"/>
                </a:solidFill>
                <a:latin typeface="Be Vietnam Pro"/>
                <a:ea typeface="Be Vietnam Pro"/>
                <a:cs typeface="Be Vietnam Pro"/>
              </a:defRPr>
            </a:lvl1pPr>
            <a:lvl2pPr>
              <a:defRPr sz="2175" b="0">
                <a:solidFill>
                  <a:srgbClr val="665F68"/>
                </a:solidFill>
                <a:latin typeface="Be Vietnam Pro"/>
                <a:ea typeface="Be Vietnam Pro"/>
                <a:cs typeface="Be Vietnam Pro"/>
              </a:defRPr>
            </a:lvl2pPr>
            <a:lvl3pPr>
              <a:defRPr sz="2175" b="0">
                <a:solidFill>
                  <a:srgbClr val="665F68"/>
                </a:solidFill>
                <a:latin typeface="Be Vietnam Pro"/>
                <a:ea typeface="Be Vietnam Pro"/>
                <a:cs typeface="Be Vietnam Pro"/>
              </a:defRPr>
            </a:lvl3pPr>
            <a:lvl4pPr>
              <a:defRPr sz="2175" b="0">
                <a:solidFill>
                  <a:srgbClr val="665F68"/>
                </a:solidFill>
                <a:latin typeface="Be Vietnam Pro"/>
                <a:ea typeface="Be Vietnam Pro"/>
                <a:cs typeface="Be Vietnam Pro"/>
              </a:defRPr>
            </a:lvl4pPr>
            <a:lvl5pPr>
              <a:defRPr sz="2175" b="0">
                <a:solidFill>
                  <a:srgbClr val="665F68"/>
                </a:solidFill>
                <a:latin typeface="Be Vietnam Pro"/>
                <a:ea typeface="Be Vietnam Pro"/>
                <a:cs typeface="Be Vietnam Pro"/>
              </a:defRPr>
            </a:lvl5pPr>
            <a:lvl6pPr>
              <a:defRPr sz="2175" b="0">
                <a:solidFill>
                  <a:srgbClr val="665F68"/>
                </a:solidFill>
                <a:latin typeface="Be Vietnam Pro"/>
                <a:ea typeface="Be Vietnam Pro"/>
                <a:cs typeface="Be Vietnam Pro"/>
              </a:defRPr>
            </a:lvl6pPr>
            <a:lvl7pPr>
              <a:defRPr sz="2175" b="0">
                <a:solidFill>
                  <a:srgbClr val="665F68"/>
                </a:solidFill>
                <a:latin typeface="Be Vietnam Pro"/>
                <a:ea typeface="Be Vietnam Pro"/>
                <a:cs typeface="Be Vietnam Pro"/>
              </a:defRPr>
            </a:lvl7pPr>
            <a:lvl8pPr>
              <a:defRPr sz="2175" b="0">
                <a:solidFill>
                  <a:srgbClr val="665F68"/>
                </a:solidFill>
                <a:latin typeface="Be Vietnam Pro"/>
                <a:ea typeface="Be Vietnam Pro"/>
                <a:cs typeface="Be Vietnam Pro"/>
              </a:defRPr>
            </a:lvl8pPr>
            <a:lvl9pPr>
              <a:defRPr sz="2175" b="0">
                <a:solidFill>
                  <a:srgbClr val="665F68"/>
                </a:solidFill>
                <a:latin typeface="Be Vietnam Pro"/>
                <a:ea typeface="Be Vietnam Pro"/>
                <a:cs typeface="Be Vietnam Pro"/>
              </a:defRPr>
            </a:lvl9pPr>
          </a:lstStyle>
          <a:p xmlns:a="http://schemas.openxmlformats.org/drawingml/2006/main">
            <a:pPr>
              <a:lnSpc>
                <a:spcPct val="116000"/>
              </a:lnSpc>
              <a:buNone/>
              <a:defRPr sz="2175" b="0">
                <a:solidFill>
                  <a:srgbClr val="665F68"/>
                </a:solidFill>
                <a:latin typeface="Be Vietnam Pro"/>
                <a:ea typeface="Be Vietnam Pro"/>
                <a:cs typeface="Be Vietnam Pro"/>
              </a:defRPr>
            </a:pPr>
            <a:r>
              <a:rPr sz="2175" b="0">
                <a:solidFill>
                  <a:srgbClr val="665F68"/>
                </a:solidFill>
                <a:latin typeface="Be Vietnam Pro"/>
                <a:ea typeface="Be Vietnam Pro"/>
                <a:cs typeface="Be Vietnam Pro"/>
              </a:rPr>
              <a:t>A proposed recurring fee for workflow tools and case visibility.</a:t>
            </a:r>
          </a:p>
        </p:txBody>
      </p:sp>
      <p:sp>
        <p:nvSpPr>
          <p:cNvPr id="7" name="body">
            <a:extLst xmlns:a="http://schemas.openxmlformats.org/drawingml/2006/main">
              <a:ext uri="{FF2B5EF4-FFF2-40B4-BE49-F238E27FC236}">
                <a16:creationId xmlns:a16="http://schemas.microsoft.com/office/drawing/2014/main" id="{B6EA92C7-C98E-4689-8E46-3CB9D759A6F2}"/>
              </a:ext>
            </a:extLst>
          </p:cNvPr>
          <p:cNvSpPr>
            <a:spLocks xmlns:a="http://schemas.openxmlformats.org/drawingml/2006/main" noGrp="1"/>
          </p:cNvSpPr>
          <p:nvPr/>
        </p:nvSpPr>
        <p:spPr>
          <a:xfrm xmlns:a="http://schemas.openxmlformats.org/drawingml/2006/main">
            <a:off x="7000875" y="3362325"/>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1">
                <a:solidFill>
                  <a:srgbClr val="AA1D39"/>
                </a:solidFill>
                <a:latin typeface="Be Vietnam Pro"/>
                <a:ea typeface="Be Vietnam Pro"/>
                <a:cs typeface="Be Vietnam Pro"/>
              </a:defRPr>
            </a:defPPr>
            <a:lvl1pPr>
              <a:defRPr sz="2925" b="1">
                <a:solidFill>
                  <a:srgbClr val="AA1D39"/>
                </a:solidFill>
                <a:latin typeface="Be Vietnam Pro"/>
                <a:ea typeface="Be Vietnam Pro"/>
                <a:cs typeface="Be Vietnam Pro"/>
              </a:defRPr>
            </a:lvl1pPr>
            <a:lvl2pPr>
              <a:defRPr sz="2925" b="1">
                <a:solidFill>
                  <a:srgbClr val="AA1D39"/>
                </a:solidFill>
                <a:latin typeface="Be Vietnam Pro"/>
                <a:ea typeface="Be Vietnam Pro"/>
                <a:cs typeface="Be Vietnam Pro"/>
              </a:defRPr>
            </a:lvl2pPr>
            <a:lvl3pPr>
              <a:defRPr sz="2925" b="1">
                <a:solidFill>
                  <a:srgbClr val="AA1D39"/>
                </a:solidFill>
                <a:latin typeface="Be Vietnam Pro"/>
                <a:ea typeface="Be Vietnam Pro"/>
                <a:cs typeface="Be Vietnam Pro"/>
              </a:defRPr>
            </a:lvl3pPr>
            <a:lvl4pPr>
              <a:defRPr sz="2925" b="1">
                <a:solidFill>
                  <a:srgbClr val="AA1D39"/>
                </a:solidFill>
                <a:latin typeface="Be Vietnam Pro"/>
                <a:ea typeface="Be Vietnam Pro"/>
                <a:cs typeface="Be Vietnam Pro"/>
              </a:defRPr>
            </a:lvl4pPr>
            <a:lvl5pPr>
              <a:defRPr sz="2925" b="1">
                <a:solidFill>
                  <a:srgbClr val="AA1D39"/>
                </a:solidFill>
                <a:latin typeface="Be Vietnam Pro"/>
                <a:ea typeface="Be Vietnam Pro"/>
                <a:cs typeface="Be Vietnam Pro"/>
              </a:defRPr>
            </a:lvl5pPr>
            <a:lvl6pPr>
              <a:defRPr sz="2925" b="1">
                <a:solidFill>
                  <a:srgbClr val="AA1D39"/>
                </a:solidFill>
                <a:latin typeface="Be Vietnam Pro"/>
                <a:ea typeface="Be Vietnam Pro"/>
                <a:cs typeface="Be Vietnam Pro"/>
              </a:defRPr>
            </a:lvl6pPr>
            <a:lvl7pPr>
              <a:defRPr sz="2925" b="1">
                <a:solidFill>
                  <a:srgbClr val="AA1D39"/>
                </a:solidFill>
                <a:latin typeface="Be Vietnam Pro"/>
                <a:ea typeface="Be Vietnam Pro"/>
                <a:cs typeface="Be Vietnam Pro"/>
              </a:defRPr>
            </a:lvl7pPr>
            <a:lvl8pPr>
              <a:defRPr sz="2925" b="1">
                <a:solidFill>
                  <a:srgbClr val="AA1D39"/>
                </a:solidFill>
                <a:latin typeface="Be Vietnam Pro"/>
                <a:ea typeface="Be Vietnam Pro"/>
                <a:cs typeface="Be Vietnam Pro"/>
              </a:defRPr>
            </a:lvl8pPr>
            <a:lvl9pPr>
              <a:defRPr sz="2925" b="1">
                <a:solidFill>
                  <a:srgbClr val="AA1D39"/>
                </a:solidFill>
                <a:latin typeface="Be Vietnam Pro"/>
                <a:ea typeface="Be Vietnam Pro"/>
                <a:cs typeface="Be Vietnam Pro"/>
              </a:defRPr>
            </a:lvl9pPr>
          </a:lstStyle>
          <a:p xmlns:a="http://schemas.openxmlformats.org/drawingml/2006/main">
            <a:pPr>
              <a:lnSpc>
                <a:spcPct val="116000"/>
              </a:lnSpc>
              <a:buNone/>
              <a:defRPr sz="2925" b="1">
                <a:solidFill>
                  <a:srgbClr val="AA1D39"/>
                </a:solidFill>
                <a:latin typeface="Be Vietnam Pro"/>
                <a:ea typeface="Be Vietnam Pro"/>
                <a:cs typeface="Be Vietnam Pro"/>
              </a:defRPr>
            </a:pPr>
            <a:r>
              <a:rPr sz="2925" b="1">
                <a:solidFill>
                  <a:srgbClr val="AA1D39"/>
                </a:solidFill>
                <a:latin typeface="Be Vietnam Pro"/>
                <a:ea typeface="Be Vietnam Pro"/>
                <a:cs typeface="Be Vietnam Pro"/>
              </a:rPr>
              <a:t>Platform service fee</a:t>
            </a:r>
          </a:p>
        </p:txBody>
      </p:sp>
      <p:sp>
        <p:nvSpPr>
          <p:cNvPr id="8" name="body">
            <a:extLst xmlns:a="http://schemas.openxmlformats.org/drawingml/2006/main">
              <a:ext uri="{FF2B5EF4-FFF2-40B4-BE49-F238E27FC236}">
                <a16:creationId xmlns:a16="http://schemas.microsoft.com/office/drawing/2014/main" id="{C56C781E-102D-471D-BD20-198CD21E4177}"/>
              </a:ext>
            </a:extLst>
          </p:cNvPr>
          <p:cNvSpPr>
            <a:spLocks xmlns:a="http://schemas.openxmlformats.org/drawingml/2006/main" noGrp="1"/>
          </p:cNvSpPr>
          <p:nvPr/>
        </p:nvSpPr>
        <p:spPr>
          <a:xfrm xmlns:a="http://schemas.openxmlformats.org/drawingml/2006/main">
            <a:off x="7000875" y="4248150"/>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665F68"/>
                </a:solidFill>
                <a:latin typeface="Be Vietnam Pro"/>
                <a:ea typeface="Be Vietnam Pro"/>
                <a:cs typeface="Be Vietnam Pro"/>
              </a:defRPr>
            </a:defPPr>
            <a:lvl1pPr>
              <a:defRPr sz="2175" b="0">
                <a:solidFill>
                  <a:srgbClr val="665F68"/>
                </a:solidFill>
                <a:latin typeface="Be Vietnam Pro"/>
                <a:ea typeface="Be Vietnam Pro"/>
                <a:cs typeface="Be Vietnam Pro"/>
              </a:defRPr>
            </a:lvl1pPr>
            <a:lvl2pPr>
              <a:defRPr sz="2175" b="0">
                <a:solidFill>
                  <a:srgbClr val="665F68"/>
                </a:solidFill>
                <a:latin typeface="Be Vietnam Pro"/>
                <a:ea typeface="Be Vietnam Pro"/>
                <a:cs typeface="Be Vietnam Pro"/>
              </a:defRPr>
            </a:lvl2pPr>
            <a:lvl3pPr>
              <a:defRPr sz="2175" b="0">
                <a:solidFill>
                  <a:srgbClr val="665F68"/>
                </a:solidFill>
                <a:latin typeface="Be Vietnam Pro"/>
                <a:ea typeface="Be Vietnam Pro"/>
                <a:cs typeface="Be Vietnam Pro"/>
              </a:defRPr>
            </a:lvl3pPr>
            <a:lvl4pPr>
              <a:defRPr sz="2175" b="0">
                <a:solidFill>
                  <a:srgbClr val="665F68"/>
                </a:solidFill>
                <a:latin typeface="Be Vietnam Pro"/>
                <a:ea typeface="Be Vietnam Pro"/>
                <a:cs typeface="Be Vietnam Pro"/>
              </a:defRPr>
            </a:lvl4pPr>
            <a:lvl5pPr>
              <a:defRPr sz="2175" b="0">
                <a:solidFill>
                  <a:srgbClr val="665F68"/>
                </a:solidFill>
                <a:latin typeface="Be Vietnam Pro"/>
                <a:ea typeface="Be Vietnam Pro"/>
                <a:cs typeface="Be Vietnam Pro"/>
              </a:defRPr>
            </a:lvl5pPr>
            <a:lvl6pPr>
              <a:defRPr sz="2175" b="0">
                <a:solidFill>
                  <a:srgbClr val="665F68"/>
                </a:solidFill>
                <a:latin typeface="Be Vietnam Pro"/>
                <a:ea typeface="Be Vietnam Pro"/>
                <a:cs typeface="Be Vietnam Pro"/>
              </a:defRPr>
            </a:lvl6pPr>
            <a:lvl7pPr>
              <a:defRPr sz="2175" b="0">
                <a:solidFill>
                  <a:srgbClr val="665F68"/>
                </a:solidFill>
                <a:latin typeface="Be Vietnam Pro"/>
                <a:ea typeface="Be Vietnam Pro"/>
                <a:cs typeface="Be Vietnam Pro"/>
              </a:defRPr>
            </a:lvl7pPr>
            <a:lvl8pPr>
              <a:defRPr sz="2175" b="0">
                <a:solidFill>
                  <a:srgbClr val="665F68"/>
                </a:solidFill>
                <a:latin typeface="Be Vietnam Pro"/>
                <a:ea typeface="Be Vietnam Pro"/>
                <a:cs typeface="Be Vietnam Pro"/>
              </a:defRPr>
            </a:lvl8pPr>
            <a:lvl9pPr>
              <a:defRPr sz="2175" b="0">
                <a:solidFill>
                  <a:srgbClr val="665F68"/>
                </a:solidFill>
                <a:latin typeface="Be Vietnam Pro"/>
                <a:ea typeface="Be Vietnam Pro"/>
                <a:cs typeface="Be Vietnam Pro"/>
              </a:defRPr>
            </a:lvl9pPr>
          </a:lstStyle>
          <a:p xmlns:a="http://schemas.openxmlformats.org/drawingml/2006/main">
            <a:pPr>
              <a:lnSpc>
                <a:spcPct val="116000"/>
              </a:lnSpc>
              <a:buNone/>
              <a:defRPr sz="2175" b="0">
                <a:solidFill>
                  <a:srgbClr val="665F68"/>
                </a:solidFill>
                <a:latin typeface="Be Vietnam Pro"/>
                <a:ea typeface="Be Vietnam Pro"/>
                <a:cs typeface="Be Vietnam Pro"/>
              </a:defRPr>
            </a:pPr>
            <a:r>
              <a:rPr sz="2175" b="0">
                <a:solidFill>
                  <a:srgbClr val="665F68"/>
                </a:solidFill>
                <a:latin typeface="Be Vietnam Pro"/>
                <a:ea typeface="Be Vietnam Pro"/>
                <a:cs typeface="Be Vietnam Pro"/>
              </a:rPr>
              <a:t>A hypothesis to test only where the applicable service and fee rules allow it.</a:t>
            </a:r>
          </a:p>
        </p:txBody>
      </p:sp>
      <p:sp>
        <p:nvSpPr>
          <p:cNvPr id="9" name="source-note">
            <a:extLst xmlns:a="http://schemas.openxmlformats.org/drawingml/2006/main">
              <a:ext uri="{FF2B5EF4-FFF2-40B4-BE49-F238E27FC236}">
                <a16:creationId xmlns:a16="http://schemas.microsoft.com/office/drawing/2014/main" id="{8B08E316-68EC-4A0F-8A28-CECB8032E942}"/>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Proposed model. Pricing and willingness to pay remain unvalidated.</a:t>
            </a:r>
          </a:p>
        </p:txBody>
      </p:sp>
    </p:spTree>
    <p:extLst>
      <p:ext uri="{BB962C8B-B14F-4D97-AF65-F5344CB8AC3E}">
        <p14:creationId xmlns:p14="http://schemas.microsoft.com/office/powerpoint/2010/main" val="1007423205"/>
      </p:ext>
    </p:extLst>
  </p:cSld>
</p:sld>
</file>

<file path=ppt/slides/slide11.xml><?xml version="1.0" encoding="utf-8"?>
<p:sld xmlns:p="http://schemas.openxmlformats.org/presentationml/2006/main">
  <p:cSld>
    <p:bg>
      <p:bgPr>
        <a:solidFill xmlns:a="http://schemas.openxmlformats.org/drawingml/2006/main">
          <a:srgbClr val="FAF8F5"/>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A1003167-4931-4F65-9C52-62D33362F2B3}"/>
              </a:ext>
            </a:extLst>
          </p:cNvPr>
          <p:cNvPicPr>
            <a:picLocks xmlns:a="http://schemas.openxmlformats.org/drawingml/2006/main" noChangeAspect="1"/>
          </p:cNvPicPr>
          <p:nvPr/>
        </p:nvPicPr>
        <p:blipFill>
          <a:blip xmlns:r="http://schemas.openxmlformats.org/officeDocument/2006/relationships" xmlns:a="http://schemas.openxmlformats.org/drawingml/2006/main" r:embed="Rc10e2fcc32224dc5">
            <a:extLst>
              <a:ext uri="{96DAC541-7B7A-43D3-8B79-37D633B846F1}">
                <asvg:svgBlip xmlns:asvg="http://schemas.microsoft.com/office/drawing/2016/SVG/main" r:embed="R6acf40bddba4411e"/>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D69449AE-EC41-49AB-B754-75D174A2F84A}"/>
              </a:ext>
            </a:extLst>
          </p:cNvPr>
          <p:cNvSpPr>
            <a:spLocks xmlns:a="http://schemas.openxmlformats.org/drawingml/2006/main" noGrp="1"/>
          </p:cNvSpPr>
          <p:nvPr/>
        </p:nvSpPr>
        <p:spPr>
          <a:xfrm xmlns:a="http://schemas.openxmlformats.org/drawingml/2006/main">
            <a:off x="609600" y="1066800"/>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25222A"/>
                </a:solidFill>
                <a:latin typeface="Be Vietnam Pro"/>
                <a:ea typeface="Be Vietnam Pro"/>
                <a:cs typeface="Be Vietnam Pro"/>
              </a:defRPr>
            </a:defPPr>
            <a:lvl1pPr>
              <a:defRPr sz="3675" b="1">
                <a:solidFill>
                  <a:srgbClr val="25222A"/>
                </a:solidFill>
                <a:latin typeface="Be Vietnam Pro"/>
                <a:ea typeface="Be Vietnam Pro"/>
                <a:cs typeface="Be Vietnam Pro"/>
              </a:defRPr>
            </a:lvl1pPr>
            <a:lvl2pPr>
              <a:defRPr sz="3675" b="1">
                <a:solidFill>
                  <a:srgbClr val="25222A"/>
                </a:solidFill>
                <a:latin typeface="Be Vietnam Pro"/>
                <a:ea typeface="Be Vietnam Pro"/>
                <a:cs typeface="Be Vietnam Pro"/>
              </a:defRPr>
            </a:lvl2pPr>
            <a:lvl3pPr>
              <a:defRPr sz="3675" b="1">
                <a:solidFill>
                  <a:srgbClr val="25222A"/>
                </a:solidFill>
                <a:latin typeface="Be Vietnam Pro"/>
                <a:ea typeface="Be Vietnam Pro"/>
                <a:cs typeface="Be Vietnam Pro"/>
              </a:defRPr>
            </a:lvl3pPr>
            <a:lvl4pPr>
              <a:defRPr sz="3675" b="1">
                <a:solidFill>
                  <a:srgbClr val="25222A"/>
                </a:solidFill>
                <a:latin typeface="Be Vietnam Pro"/>
                <a:ea typeface="Be Vietnam Pro"/>
                <a:cs typeface="Be Vietnam Pro"/>
              </a:defRPr>
            </a:lvl4pPr>
            <a:lvl5pPr>
              <a:defRPr sz="3675" b="1">
                <a:solidFill>
                  <a:srgbClr val="25222A"/>
                </a:solidFill>
                <a:latin typeface="Be Vietnam Pro"/>
                <a:ea typeface="Be Vietnam Pro"/>
                <a:cs typeface="Be Vietnam Pro"/>
              </a:defRPr>
            </a:lvl5pPr>
            <a:lvl6pPr>
              <a:defRPr sz="3675" b="1">
                <a:solidFill>
                  <a:srgbClr val="25222A"/>
                </a:solidFill>
                <a:latin typeface="Be Vietnam Pro"/>
                <a:ea typeface="Be Vietnam Pro"/>
                <a:cs typeface="Be Vietnam Pro"/>
              </a:defRPr>
            </a:lvl6pPr>
            <a:lvl7pPr>
              <a:defRPr sz="3675" b="1">
                <a:solidFill>
                  <a:srgbClr val="25222A"/>
                </a:solidFill>
                <a:latin typeface="Be Vietnam Pro"/>
                <a:ea typeface="Be Vietnam Pro"/>
                <a:cs typeface="Be Vietnam Pro"/>
              </a:defRPr>
            </a:lvl7pPr>
            <a:lvl8pPr>
              <a:defRPr sz="3675" b="1">
                <a:solidFill>
                  <a:srgbClr val="25222A"/>
                </a:solidFill>
                <a:latin typeface="Be Vietnam Pro"/>
                <a:ea typeface="Be Vietnam Pro"/>
                <a:cs typeface="Be Vietnam Pro"/>
              </a:defRPr>
            </a:lvl8pPr>
            <a:lvl9pPr>
              <a:defRPr sz="3675" b="1">
                <a:solidFill>
                  <a:srgbClr val="25222A"/>
                </a:solidFill>
                <a:latin typeface="Be Vietnam Pro"/>
                <a:ea typeface="Be Vietnam Pro"/>
                <a:cs typeface="Be Vietnam Pro"/>
              </a:defRPr>
            </a:lvl9pPr>
          </a:lstStyle>
          <a:p xmlns:a="http://schemas.openxmlformats.org/drawingml/2006/main">
            <a:pPr>
              <a:lnSpc>
                <a:spcPct val="116000"/>
              </a:lnSpc>
              <a:buNone/>
              <a:defRPr sz="3675" b="1">
                <a:solidFill>
                  <a:srgbClr val="25222A"/>
                </a:solidFill>
                <a:latin typeface="Be Vietnam Pro"/>
                <a:ea typeface="Be Vietnam Pro"/>
                <a:cs typeface="Be Vietnam Pro"/>
              </a:defRPr>
            </a:pPr>
            <a:r>
              <a:rPr sz="3675" b="1">
                <a:solidFill>
                  <a:srgbClr val="25222A"/>
                </a:solidFill>
                <a:latin typeface="Be Vietnam Pro"/>
                <a:ea typeface="Be Vietnam Pro"/>
                <a:cs typeface="Be Vietnam Pro"/>
              </a:rPr>
              <a:t>A pilot with clear readiness gates</a:t>
            </a:r>
          </a:p>
        </p:txBody>
      </p:sp>
      <p:sp>
        <p:nvSpPr>
          <p:cNvPr id="3" name="page">
            <a:extLst xmlns:a="http://schemas.openxmlformats.org/drawingml/2006/main">
              <a:ext uri="{FF2B5EF4-FFF2-40B4-BE49-F238E27FC236}">
                <a16:creationId xmlns:a16="http://schemas.microsoft.com/office/drawing/2014/main" id="{22B0F046-B0D6-46E6-973A-7EEF6A2810CD}"/>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665F68"/>
                </a:solidFill>
                <a:latin typeface="Be Vietnam Pro"/>
                <a:ea typeface="Be Vietnam Pro"/>
                <a:cs typeface="Be Vietnam Pro"/>
              </a:defRPr>
            </a:defPPr>
            <a:lvl1pPr>
              <a:defRPr sz="1200">
                <a:solidFill>
                  <a:srgbClr val="665F68"/>
                </a:solidFill>
                <a:latin typeface="Be Vietnam Pro"/>
                <a:ea typeface="Be Vietnam Pro"/>
                <a:cs typeface="Be Vietnam Pro"/>
              </a:defRPr>
            </a:lvl1pPr>
            <a:lvl2pPr>
              <a:defRPr sz="1200">
                <a:solidFill>
                  <a:srgbClr val="665F68"/>
                </a:solidFill>
                <a:latin typeface="Be Vietnam Pro"/>
                <a:ea typeface="Be Vietnam Pro"/>
                <a:cs typeface="Be Vietnam Pro"/>
              </a:defRPr>
            </a:lvl2pPr>
            <a:lvl3pPr>
              <a:defRPr sz="1200">
                <a:solidFill>
                  <a:srgbClr val="665F68"/>
                </a:solidFill>
                <a:latin typeface="Be Vietnam Pro"/>
                <a:ea typeface="Be Vietnam Pro"/>
                <a:cs typeface="Be Vietnam Pro"/>
              </a:defRPr>
            </a:lvl3pPr>
            <a:lvl4pPr>
              <a:defRPr sz="1200">
                <a:solidFill>
                  <a:srgbClr val="665F68"/>
                </a:solidFill>
                <a:latin typeface="Be Vietnam Pro"/>
                <a:ea typeface="Be Vietnam Pro"/>
                <a:cs typeface="Be Vietnam Pro"/>
              </a:defRPr>
            </a:lvl4pPr>
            <a:lvl5pPr>
              <a:defRPr sz="1200">
                <a:solidFill>
                  <a:srgbClr val="665F68"/>
                </a:solidFill>
                <a:latin typeface="Be Vietnam Pro"/>
                <a:ea typeface="Be Vietnam Pro"/>
                <a:cs typeface="Be Vietnam Pro"/>
              </a:defRPr>
            </a:lvl5pPr>
            <a:lvl6pPr>
              <a:defRPr sz="1200">
                <a:solidFill>
                  <a:srgbClr val="665F68"/>
                </a:solidFill>
                <a:latin typeface="Be Vietnam Pro"/>
                <a:ea typeface="Be Vietnam Pro"/>
                <a:cs typeface="Be Vietnam Pro"/>
              </a:defRPr>
            </a:lvl6pPr>
            <a:lvl7pPr>
              <a:defRPr sz="1200">
                <a:solidFill>
                  <a:srgbClr val="665F68"/>
                </a:solidFill>
                <a:latin typeface="Be Vietnam Pro"/>
                <a:ea typeface="Be Vietnam Pro"/>
                <a:cs typeface="Be Vietnam Pro"/>
              </a:defRPr>
            </a:lvl7pPr>
            <a:lvl8pPr>
              <a:defRPr sz="1200">
                <a:solidFill>
                  <a:srgbClr val="665F68"/>
                </a:solidFill>
                <a:latin typeface="Be Vietnam Pro"/>
                <a:ea typeface="Be Vietnam Pro"/>
                <a:cs typeface="Be Vietnam Pro"/>
              </a:defRPr>
            </a:lvl8pPr>
            <a:lvl9pPr>
              <a:defRPr sz="1200">
                <a:solidFill>
                  <a:srgbClr val="665F68"/>
                </a:solidFill>
                <a:latin typeface="Be Vietnam Pro"/>
                <a:ea typeface="Be Vietnam Pro"/>
                <a:cs typeface="Be Vietnam Pro"/>
              </a:defRPr>
            </a:lvl9pPr>
          </a:lstStyle>
          <a:p xmlns:a="http://schemas.openxmlformats.org/drawingml/2006/main">
            <a:pPr>
              <a:defRPr sz="1200">
                <a:solidFill>
                  <a:srgbClr val="665F68"/>
                </a:solidFill>
                <a:latin typeface="Be Vietnam Pro"/>
                <a:ea typeface="Be Vietnam Pro"/>
                <a:cs typeface="Be Vietnam Pro"/>
              </a:defRPr>
            </a:pPr>
            <a:r>
              <a:rPr sz="1200">
                <a:solidFill>
                  <a:srgbClr val="665F68"/>
                </a:solidFill>
                <a:latin typeface="Be Vietnam Pro"/>
                <a:ea typeface="Be Vietnam Pro"/>
                <a:cs typeface="Be Vietnam Pro"/>
              </a:rPr>
              <a:t>11</a:t>
            </a:r>
          </a:p>
        </p:txBody>
      </p:sp>
      <p:sp>
        <p:nvSpPr>
          <p:cNvPr id="4" name="body">
            <a:extLst xmlns:a="http://schemas.openxmlformats.org/drawingml/2006/main">
              <a:ext uri="{FF2B5EF4-FFF2-40B4-BE49-F238E27FC236}">
                <a16:creationId xmlns:a16="http://schemas.microsoft.com/office/drawing/2014/main" id="{B0A9D3ED-A7C1-4265-B281-D8DDAE711B52}"/>
              </a:ext>
            </a:extLst>
          </p:cNvPr>
          <p:cNvSpPr>
            <a:spLocks xmlns:a="http://schemas.openxmlformats.org/drawingml/2006/main" noGrp="1"/>
          </p:cNvSpPr>
          <p:nvPr/>
        </p:nvSpPr>
        <p:spPr>
          <a:xfrm xmlns:a="http://schemas.openxmlformats.org/drawingml/2006/main">
            <a:off x="609600" y="23526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AA1D39"/>
                </a:solidFill>
                <a:latin typeface="Be Vietnam Pro"/>
                <a:ea typeface="Be Vietnam Pro"/>
                <a:cs typeface="Be Vietnam Pro"/>
              </a:defRPr>
            </a:defPPr>
            <a:lvl1pPr>
              <a:defRPr sz="3225" b="1">
                <a:solidFill>
                  <a:srgbClr val="AA1D39"/>
                </a:solidFill>
                <a:latin typeface="Be Vietnam Pro"/>
                <a:ea typeface="Be Vietnam Pro"/>
                <a:cs typeface="Be Vietnam Pro"/>
              </a:defRPr>
            </a:lvl1pPr>
            <a:lvl2pPr>
              <a:defRPr sz="3225" b="1">
                <a:solidFill>
                  <a:srgbClr val="AA1D39"/>
                </a:solidFill>
                <a:latin typeface="Be Vietnam Pro"/>
                <a:ea typeface="Be Vietnam Pro"/>
                <a:cs typeface="Be Vietnam Pro"/>
              </a:defRPr>
            </a:lvl2pPr>
            <a:lvl3pPr>
              <a:defRPr sz="3225" b="1">
                <a:solidFill>
                  <a:srgbClr val="AA1D39"/>
                </a:solidFill>
                <a:latin typeface="Be Vietnam Pro"/>
                <a:ea typeface="Be Vietnam Pro"/>
                <a:cs typeface="Be Vietnam Pro"/>
              </a:defRPr>
            </a:lvl3pPr>
            <a:lvl4pPr>
              <a:defRPr sz="3225" b="1">
                <a:solidFill>
                  <a:srgbClr val="AA1D39"/>
                </a:solidFill>
                <a:latin typeface="Be Vietnam Pro"/>
                <a:ea typeface="Be Vietnam Pro"/>
                <a:cs typeface="Be Vietnam Pro"/>
              </a:defRPr>
            </a:lvl4pPr>
            <a:lvl5pPr>
              <a:defRPr sz="3225" b="1">
                <a:solidFill>
                  <a:srgbClr val="AA1D39"/>
                </a:solidFill>
                <a:latin typeface="Be Vietnam Pro"/>
                <a:ea typeface="Be Vietnam Pro"/>
                <a:cs typeface="Be Vietnam Pro"/>
              </a:defRPr>
            </a:lvl5pPr>
            <a:lvl6pPr>
              <a:defRPr sz="3225" b="1">
                <a:solidFill>
                  <a:srgbClr val="AA1D39"/>
                </a:solidFill>
                <a:latin typeface="Be Vietnam Pro"/>
                <a:ea typeface="Be Vietnam Pro"/>
                <a:cs typeface="Be Vietnam Pro"/>
              </a:defRPr>
            </a:lvl6pPr>
            <a:lvl7pPr>
              <a:defRPr sz="3225" b="1">
                <a:solidFill>
                  <a:srgbClr val="AA1D39"/>
                </a:solidFill>
                <a:latin typeface="Be Vietnam Pro"/>
                <a:ea typeface="Be Vietnam Pro"/>
                <a:cs typeface="Be Vietnam Pro"/>
              </a:defRPr>
            </a:lvl7pPr>
            <a:lvl8pPr>
              <a:defRPr sz="3225" b="1">
                <a:solidFill>
                  <a:srgbClr val="AA1D39"/>
                </a:solidFill>
                <a:latin typeface="Be Vietnam Pro"/>
                <a:ea typeface="Be Vietnam Pro"/>
                <a:cs typeface="Be Vietnam Pro"/>
              </a:defRPr>
            </a:lvl8pPr>
            <a:lvl9pPr>
              <a:defRPr sz="3225" b="1">
                <a:solidFill>
                  <a:srgbClr val="AA1D39"/>
                </a:solidFill>
                <a:latin typeface="Be Vietnam Pro"/>
                <a:ea typeface="Be Vietnam Pro"/>
                <a:cs typeface="Be Vietnam Pro"/>
              </a:defRPr>
            </a:lvl9pPr>
          </a:lstStyle>
          <a:p xmlns:a="http://schemas.openxmlformats.org/drawingml/2006/main">
            <a:pPr>
              <a:lnSpc>
                <a:spcPct val="116000"/>
              </a:lnSpc>
              <a:buNone/>
              <a:defRPr sz="3225" b="1">
                <a:solidFill>
                  <a:srgbClr val="AA1D39"/>
                </a:solidFill>
                <a:latin typeface="Be Vietnam Pro"/>
                <a:ea typeface="Be Vietnam Pro"/>
                <a:cs typeface="Be Vietnam Pro"/>
              </a:defRPr>
            </a:pPr>
            <a:r>
              <a:rPr sz="3225" b="1">
                <a:solidFill>
                  <a:srgbClr val="AA1D39"/>
                </a:solidFill>
                <a:latin typeface="Be Vietnam Pro"/>
                <a:ea typeface="Be Vietnam Pro"/>
                <a:cs typeface="Be Vietnam Pro"/>
              </a:rPr>
              <a:t>01</a:t>
            </a:r>
          </a:p>
        </p:txBody>
      </p:sp>
      <p:sp>
        <p:nvSpPr>
          <p:cNvPr id="5" name="body">
            <a:extLst xmlns:a="http://schemas.openxmlformats.org/drawingml/2006/main">
              <a:ext uri="{FF2B5EF4-FFF2-40B4-BE49-F238E27FC236}">
                <a16:creationId xmlns:a16="http://schemas.microsoft.com/office/drawing/2014/main" id="{9703DEF3-1509-4782-BC58-358667274B94}"/>
              </a:ext>
            </a:extLst>
          </p:cNvPr>
          <p:cNvSpPr>
            <a:spLocks xmlns:a="http://schemas.openxmlformats.org/drawingml/2006/main" noGrp="1"/>
          </p:cNvSpPr>
          <p:nvPr/>
        </p:nvSpPr>
        <p:spPr>
          <a:xfrm xmlns:a="http://schemas.openxmlformats.org/drawingml/2006/main">
            <a:off x="1695450" y="2352675"/>
            <a:ext cx="3981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Product validation</a:t>
            </a:r>
          </a:p>
        </p:txBody>
      </p:sp>
      <p:sp>
        <p:nvSpPr>
          <p:cNvPr id="6" name="body">
            <a:extLst xmlns:a="http://schemas.openxmlformats.org/drawingml/2006/main">
              <a:ext uri="{FF2B5EF4-FFF2-40B4-BE49-F238E27FC236}">
                <a16:creationId xmlns:a16="http://schemas.microsoft.com/office/drawing/2014/main" id="{14AC07B8-3345-4130-B562-11CECC7A63E2}"/>
              </a:ext>
            </a:extLst>
          </p:cNvPr>
          <p:cNvSpPr>
            <a:spLocks xmlns:a="http://schemas.openxmlformats.org/drawingml/2006/main" noGrp="1"/>
          </p:cNvSpPr>
          <p:nvPr/>
        </p:nvSpPr>
        <p:spPr>
          <a:xfrm xmlns:a="http://schemas.openxmlformats.org/drawingml/2006/main">
            <a:off x="6057900" y="23526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Observe applicants and notaries using real tasks in a controlled pilot.</a:t>
            </a:r>
          </a:p>
        </p:txBody>
      </p:sp>
      <p:sp>
        <p:nvSpPr>
          <p:cNvPr id="7" name="body">
            <a:extLst xmlns:a="http://schemas.openxmlformats.org/drawingml/2006/main">
              <a:ext uri="{FF2B5EF4-FFF2-40B4-BE49-F238E27FC236}">
                <a16:creationId xmlns:a16="http://schemas.microsoft.com/office/drawing/2014/main" id="{E637C18B-FA27-4861-A0DE-09EC73BECD4D}"/>
              </a:ext>
            </a:extLst>
          </p:cNvPr>
          <p:cNvSpPr>
            <a:spLocks xmlns:a="http://schemas.openxmlformats.org/drawingml/2006/main" noGrp="1"/>
          </p:cNvSpPr>
          <p:nvPr/>
        </p:nvSpPr>
        <p:spPr>
          <a:xfrm xmlns:a="http://schemas.openxmlformats.org/drawingml/2006/main">
            <a:off x="609600" y="34575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AA1D39"/>
                </a:solidFill>
                <a:latin typeface="Be Vietnam Pro"/>
                <a:ea typeface="Be Vietnam Pro"/>
                <a:cs typeface="Be Vietnam Pro"/>
              </a:defRPr>
            </a:defPPr>
            <a:lvl1pPr>
              <a:defRPr sz="3225" b="1">
                <a:solidFill>
                  <a:srgbClr val="AA1D39"/>
                </a:solidFill>
                <a:latin typeface="Be Vietnam Pro"/>
                <a:ea typeface="Be Vietnam Pro"/>
                <a:cs typeface="Be Vietnam Pro"/>
              </a:defRPr>
            </a:lvl1pPr>
            <a:lvl2pPr>
              <a:defRPr sz="3225" b="1">
                <a:solidFill>
                  <a:srgbClr val="AA1D39"/>
                </a:solidFill>
                <a:latin typeface="Be Vietnam Pro"/>
                <a:ea typeface="Be Vietnam Pro"/>
                <a:cs typeface="Be Vietnam Pro"/>
              </a:defRPr>
            </a:lvl2pPr>
            <a:lvl3pPr>
              <a:defRPr sz="3225" b="1">
                <a:solidFill>
                  <a:srgbClr val="AA1D39"/>
                </a:solidFill>
                <a:latin typeface="Be Vietnam Pro"/>
                <a:ea typeface="Be Vietnam Pro"/>
                <a:cs typeface="Be Vietnam Pro"/>
              </a:defRPr>
            </a:lvl3pPr>
            <a:lvl4pPr>
              <a:defRPr sz="3225" b="1">
                <a:solidFill>
                  <a:srgbClr val="AA1D39"/>
                </a:solidFill>
                <a:latin typeface="Be Vietnam Pro"/>
                <a:ea typeface="Be Vietnam Pro"/>
                <a:cs typeface="Be Vietnam Pro"/>
              </a:defRPr>
            </a:lvl4pPr>
            <a:lvl5pPr>
              <a:defRPr sz="3225" b="1">
                <a:solidFill>
                  <a:srgbClr val="AA1D39"/>
                </a:solidFill>
                <a:latin typeface="Be Vietnam Pro"/>
                <a:ea typeface="Be Vietnam Pro"/>
                <a:cs typeface="Be Vietnam Pro"/>
              </a:defRPr>
            </a:lvl5pPr>
            <a:lvl6pPr>
              <a:defRPr sz="3225" b="1">
                <a:solidFill>
                  <a:srgbClr val="AA1D39"/>
                </a:solidFill>
                <a:latin typeface="Be Vietnam Pro"/>
                <a:ea typeface="Be Vietnam Pro"/>
                <a:cs typeface="Be Vietnam Pro"/>
              </a:defRPr>
            </a:lvl6pPr>
            <a:lvl7pPr>
              <a:defRPr sz="3225" b="1">
                <a:solidFill>
                  <a:srgbClr val="AA1D39"/>
                </a:solidFill>
                <a:latin typeface="Be Vietnam Pro"/>
                <a:ea typeface="Be Vietnam Pro"/>
                <a:cs typeface="Be Vietnam Pro"/>
              </a:defRPr>
            </a:lvl7pPr>
            <a:lvl8pPr>
              <a:defRPr sz="3225" b="1">
                <a:solidFill>
                  <a:srgbClr val="AA1D39"/>
                </a:solidFill>
                <a:latin typeface="Be Vietnam Pro"/>
                <a:ea typeface="Be Vietnam Pro"/>
                <a:cs typeface="Be Vietnam Pro"/>
              </a:defRPr>
            </a:lvl8pPr>
            <a:lvl9pPr>
              <a:defRPr sz="3225" b="1">
                <a:solidFill>
                  <a:srgbClr val="AA1D39"/>
                </a:solidFill>
                <a:latin typeface="Be Vietnam Pro"/>
                <a:ea typeface="Be Vietnam Pro"/>
                <a:cs typeface="Be Vietnam Pro"/>
              </a:defRPr>
            </a:lvl9pPr>
          </a:lstStyle>
          <a:p xmlns:a="http://schemas.openxmlformats.org/drawingml/2006/main">
            <a:pPr>
              <a:lnSpc>
                <a:spcPct val="116000"/>
              </a:lnSpc>
              <a:buNone/>
              <a:defRPr sz="3225" b="1">
                <a:solidFill>
                  <a:srgbClr val="AA1D39"/>
                </a:solidFill>
                <a:latin typeface="Be Vietnam Pro"/>
                <a:ea typeface="Be Vietnam Pro"/>
                <a:cs typeface="Be Vietnam Pro"/>
              </a:defRPr>
            </a:pPr>
            <a:r>
              <a:rPr sz="3225" b="1">
                <a:solidFill>
                  <a:srgbClr val="AA1D39"/>
                </a:solidFill>
                <a:latin typeface="Be Vietnam Pro"/>
                <a:ea typeface="Be Vietnam Pro"/>
                <a:cs typeface="Be Vietnam Pro"/>
              </a:rPr>
              <a:t>02</a:t>
            </a:r>
          </a:p>
        </p:txBody>
      </p:sp>
      <p:sp>
        <p:nvSpPr>
          <p:cNvPr id="8" name="body">
            <a:extLst xmlns:a="http://schemas.openxmlformats.org/drawingml/2006/main">
              <a:ext uri="{FF2B5EF4-FFF2-40B4-BE49-F238E27FC236}">
                <a16:creationId xmlns:a16="http://schemas.microsoft.com/office/drawing/2014/main" id="{C4A0AC33-9328-46B2-AECE-E56BB602B527}"/>
              </a:ext>
            </a:extLst>
          </p:cNvPr>
          <p:cNvSpPr>
            <a:spLocks xmlns:a="http://schemas.openxmlformats.org/drawingml/2006/main" noGrp="1"/>
          </p:cNvSpPr>
          <p:nvPr/>
        </p:nvSpPr>
        <p:spPr>
          <a:xfrm xmlns:a="http://schemas.openxmlformats.org/drawingml/2006/main">
            <a:off x="1695450" y="3457575"/>
            <a:ext cx="3981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Legal and security review</a:t>
            </a:r>
          </a:p>
        </p:txBody>
      </p:sp>
      <p:sp>
        <p:nvSpPr>
          <p:cNvPr id="9" name="body">
            <a:extLst xmlns:a="http://schemas.openxmlformats.org/drawingml/2006/main">
              <a:ext uri="{FF2B5EF4-FFF2-40B4-BE49-F238E27FC236}">
                <a16:creationId xmlns:a16="http://schemas.microsoft.com/office/drawing/2014/main" id="{0E0763B2-61B6-4BFC-B118-CE5E83F56BF1}"/>
              </a:ext>
            </a:extLst>
          </p:cNvPr>
          <p:cNvSpPr>
            <a:spLocks xmlns:a="http://schemas.openxmlformats.org/drawingml/2006/main" noGrp="1"/>
          </p:cNvSpPr>
          <p:nvPr/>
        </p:nvSpPr>
        <p:spPr>
          <a:xfrm xmlns:a="http://schemas.openxmlformats.org/drawingml/2006/main">
            <a:off x="6057900" y="34575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Confirm eligible workflows, identity checks, signing and data handling with qualified partners.</a:t>
            </a:r>
          </a:p>
        </p:txBody>
      </p:sp>
      <p:sp>
        <p:nvSpPr>
          <p:cNvPr id="10" name="body">
            <a:extLst xmlns:a="http://schemas.openxmlformats.org/drawingml/2006/main">
              <a:ext uri="{FF2B5EF4-FFF2-40B4-BE49-F238E27FC236}">
                <a16:creationId xmlns:a16="http://schemas.microsoft.com/office/drawing/2014/main" id="{0371F54F-DD40-4188-8D6D-D459568A7136}"/>
              </a:ext>
            </a:extLst>
          </p:cNvPr>
          <p:cNvSpPr>
            <a:spLocks xmlns:a="http://schemas.openxmlformats.org/drawingml/2006/main" noGrp="1"/>
          </p:cNvSpPr>
          <p:nvPr/>
        </p:nvSpPr>
        <p:spPr>
          <a:xfrm xmlns:a="http://schemas.openxmlformats.org/drawingml/2006/main">
            <a:off x="609600" y="45624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AA1D39"/>
                </a:solidFill>
                <a:latin typeface="Be Vietnam Pro"/>
                <a:ea typeface="Be Vietnam Pro"/>
                <a:cs typeface="Be Vietnam Pro"/>
              </a:defRPr>
            </a:defPPr>
            <a:lvl1pPr>
              <a:defRPr sz="3225" b="1">
                <a:solidFill>
                  <a:srgbClr val="AA1D39"/>
                </a:solidFill>
                <a:latin typeface="Be Vietnam Pro"/>
                <a:ea typeface="Be Vietnam Pro"/>
                <a:cs typeface="Be Vietnam Pro"/>
              </a:defRPr>
            </a:lvl1pPr>
            <a:lvl2pPr>
              <a:defRPr sz="3225" b="1">
                <a:solidFill>
                  <a:srgbClr val="AA1D39"/>
                </a:solidFill>
                <a:latin typeface="Be Vietnam Pro"/>
                <a:ea typeface="Be Vietnam Pro"/>
                <a:cs typeface="Be Vietnam Pro"/>
              </a:defRPr>
            </a:lvl2pPr>
            <a:lvl3pPr>
              <a:defRPr sz="3225" b="1">
                <a:solidFill>
                  <a:srgbClr val="AA1D39"/>
                </a:solidFill>
                <a:latin typeface="Be Vietnam Pro"/>
                <a:ea typeface="Be Vietnam Pro"/>
                <a:cs typeface="Be Vietnam Pro"/>
              </a:defRPr>
            </a:lvl3pPr>
            <a:lvl4pPr>
              <a:defRPr sz="3225" b="1">
                <a:solidFill>
                  <a:srgbClr val="AA1D39"/>
                </a:solidFill>
                <a:latin typeface="Be Vietnam Pro"/>
                <a:ea typeface="Be Vietnam Pro"/>
                <a:cs typeface="Be Vietnam Pro"/>
              </a:defRPr>
            </a:lvl4pPr>
            <a:lvl5pPr>
              <a:defRPr sz="3225" b="1">
                <a:solidFill>
                  <a:srgbClr val="AA1D39"/>
                </a:solidFill>
                <a:latin typeface="Be Vietnam Pro"/>
                <a:ea typeface="Be Vietnam Pro"/>
                <a:cs typeface="Be Vietnam Pro"/>
              </a:defRPr>
            </a:lvl5pPr>
            <a:lvl6pPr>
              <a:defRPr sz="3225" b="1">
                <a:solidFill>
                  <a:srgbClr val="AA1D39"/>
                </a:solidFill>
                <a:latin typeface="Be Vietnam Pro"/>
                <a:ea typeface="Be Vietnam Pro"/>
                <a:cs typeface="Be Vietnam Pro"/>
              </a:defRPr>
            </a:lvl6pPr>
            <a:lvl7pPr>
              <a:defRPr sz="3225" b="1">
                <a:solidFill>
                  <a:srgbClr val="AA1D39"/>
                </a:solidFill>
                <a:latin typeface="Be Vietnam Pro"/>
                <a:ea typeface="Be Vietnam Pro"/>
                <a:cs typeface="Be Vietnam Pro"/>
              </a:defRPr>
            </a:lvl7pPr>
            <a:lvl8pPr>
              <a:defRPr sz="3225" b="1">
                <a:solidFill>
                  <a:srgbClr val="AA1D39"/>
                </a:solidFill>
                <a:latin typeface="Be Vietnam Pro"/>
                <a:ea typeface="Be Vietnam Pro"/>
                <a:cs typeface="Be Vietnam Pro"/>
              </a:defRPr>
            </a:lvl8pPr>
            <a:lvl9pPr>
              <a:defRPr sz="3225" b="1">
                <a:solidFill>
                  <a:srgbClr val="AA1D39"/>
                </a:solidFill>
                <a:latin typeface="Be Vietnam Pro"/>
                <a:ea typeface="Be Vietnam Pro"/>
                <a:cs typeface="Be Vietnam Pro"/>
              </a:defRPr>
            </a:lvl9pPr>
          </a:lstStyle>
          <a:p xmlns:a="http://schemas.openxmlformats.org/drawingml/2006/main">
            <a:pPr>
              <a:lnSpc>
                <a:spcPct val="116000"/>
              </a:lnSpc>
              <a:buNone/>
              <a:defRPr sz="3225" b="1">
                <a:solidFill>
                  <a:srgbClr val="AA1D39"/>
                </a:solidFill>
                <a:latin typeface="Be Vietnam Pro"/>
                <a:ea typeface="Be Vietnam Pro"/>
                <a:cs typeface="Be Vietnam Pro"/>
              </a:defRPr>
            </a:pPr>
            <a:r>
              <a:rPr sz="3225" b="1">
                <a:solidFill>
                  <a:srgbClr val="AA1D39"/>
                </a:solidFill>
                <a:latin typeface="Be Vietnam Pro"/>
                <a:ea typeface="Be Vietnam Pro"/>
                <a:cs typeface="Be Vietnam Pro"/>
              </a:rPr>
              <a:t>03</a:t>
            </a:r>
          </a:p>
        </p:txBody>
      </p:sp>
      <p:sp>
        <p:nvSpPr>
          <p:cNvPr id="11" name="body">
            <a:extLst xmlns:a="http://schemas.openxmlformats.org/drawingml/2006/main">
              <a:ext uri="{FF2B5EF4-FFF2-40B4-BE49-F238E27FC236}">
                <a16:creationId xmlns:a16="http://schemas.microsoft.com/office/drawing/2014/main" id="{19B01D45-3793-4AC2-87D8-7000CE431338}"/>
              </a:ext>
            </a:extLst>
          </p:cNvPr>
          <p:cNvSpPr>
            <a:spLocks xmlns:a="http://schemas.openxmlformats.org/drawingml/2006/main" noGrp="1"/>
          </p:cNvSpPr>
          <p:nvPr/>
        </p:nvSpPr>
        <p:spPr>
          <a:xfrm xmlns:a="http://schemas.openxmlformats.org/drawingml/2006/main">
            <a:off x="1695450" y="4562475"/>
            <a:ext cx="3981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25222A"/>
                </a:solidFill>
                <a:latin typeface="Be Vietnam Pro"/>
                <a:ea typeface="Be Vietnam Pro"/>
                <a:cs typeface="Be Vietnam Pro"/>
              </a:defRPr>
            </a:defPPr>
            <a:lvl1pPr>
              <a:defRPr sz="2100" b="1">
                <a:solidFill>
                  <a:srgbClr val="25222A"/>
                </a:solidFill>
                <a:latin typeface="Be Vietnam Pro"/>
                <a:ea typeface="Be Vietnam Pro"/>
                <a:cs typeface="Be Vietnam Pro"/>
              </a:defRPr>
            </a:lvl1pPr>
            <a:lvl2pPr>
              <a:defRPr sz="2100" b="1">
                <a:solidFill>
                  <a:srgbClr val="25222A"/>
                </a:solidFill>
                <a:latin typeface="Be Vietnam Pro"/>
                <a:ea typeface="Be Vietnam Pro"/>
                <a:cs typeface="Be Vietnam Pro"/>
              </a:defRPr>
            </a:lvl2pPr>
            <a:lvl3pPr>
              <a:defRPr sz="2100" b="1">
                <a:solidFill>
                  <a:srgbClr val="25222A"/>
                </a:solidFill>
                <a:latin typeface="Be Vietnam Pro"/>
                <a:ea typeface="Be Vietnam Pro"/>
                <a:cs typeface="Be Vietnam Pro"/>
              </a:defRPr>
            </a:lvl3pPr>
            <a:lvl4pPr>
              <a:defRPr sz="2100" b="1">
                <a:solidFill>
                  <a:srgbClr val="25222A"/>
                </a:solidFill>
                <a:latin typeface="Be Vietnam Pro"/>
                <a:ea typeface="Be Vietnam Pro"/>
                <a:cs typeface="Be Vietnam Pro"/>
              </a:defRPr>
            </a:lvl4pPr>
            <a:lvl5pPr>
              <a:defRPr sz="2100" b="1">
                <a:solidFill>
                  <a:srgbClr val="25222A"/>
                </a:solidFill>
                <a:latin typeface="Be Vietnam Pro"/>
                <a:ea typeface="Be Vietnam Pro"/>
                <a:cs typeface="Be Vietnam Pro"/>
              </a:defRPr>
            </a:lvl5pPr>
            <a:lvl6pPr>
              <a:defRPr sz="2100" b="1">
                <a:solidFill>
                  <a:srgbClr val="25222A"/>
                </a:solidFill>
                <a:latin typeface="Be Vietnam Pro"/>
                <a:ea typeface="Be Vietnam Pro"/>
                <a:cs typeface="Be Vietnam Pro"/>
              </a:defRPr>
            </a:lvl6pPr>
            <a:lvl7pPr>
              <a:defRPr sz="2100" b="1">
                <a:solidFill>
                  <a:srgbClr val="25222A"/>
                </a:solidFill>
                <a:latin typeface="Be Vietnam Pro"/>
                <a:ea typeface="Be Vietnam Pro"/>
                <a:cs typeface="Be Vietnam Pro"/>
              </a:defRPr>
            </a:lvl7pPr>
            <a:lvl8pPr>
              <a:defRPr sz="2100" b="1">
                <a:solidFill>
                  <a:srgbClr val="25222A"/>
                </a:solidFill>
                <a:latin typeface="Be Vietnam Pro"/>
                <a:ea typeface="Be Vietnam Pro"/>
                <a:cs typeface="Be Vietnam Pro"/>
              </a:defRPr>
            </a:lvl8pPr>
            <a:lvl9pPr>
              <a:defRPr sz="2100" b="1">
                <a:solidFill>
                  <a:srgbClr val="25222A"/>
                </a:solidFill>
                <a:latin typeface="Be Vietnam Pro"/>
                <a:ea typeface="Be Vietnam Pro"/>
                <a:cs typeface="Be Vietnam Pro"/>
              </a:defRPr>
            </a:lvl9pPr>
          </a:lstStyle>
          <a:p xmlns:a="http://schemas.openxmlformats.org/drawingml/2006/main">
            <a:pPr>
              <a:lnSpc>
                <a:spcPct val="116000"/>
              </a:lnSpc>
              <a:buNone/>
              <a:defRPr sz="2100" b="1">
                <a:solidFill>
                  <a:srgbClr val="25222A"/>
                </a:solidFill>
                <a:latin typeface="Be Vietnam Pro"/>
                <a:ea typeface="Be Vietnam Pro"/>
                <a:cs typeface="Be Vietnam Pro"/>
              </a:defRPr>
            </a:pPr>
            <a:r>
              <a:rPr sz="2100" b="1">
                <a:solidFill>
                  <a:srgbClr val="25222A"/>
                </a:solidFill>
                <a:latin typeface="Be Vietnam Pro"/>
                <a:ea typeface="Be Vietnam Pro"/>
                <a:cs typeface="Be Vietnam Pro"/>
              </a:rPr>
              <a:t>Operational launch plan</a:t>
            </a:r>
          </a:p>
        </p:txBody>
      </p:sp>
      <p:sp>
        <p:nvSpPr>
          <p:cNvPr id="12" name="body">
            <a:extLst xmlns:a="http://schemas.openxmlformats.org/drawingml/2006/main">
              <a:ext uri="{FF2B5EF4-FFF2-40B4-BE49-F238E27FC236}">
                <a16:creationId xmlns:a16="http://schemas.microsoft.com/office/drawing/2014/main" id="{B58338A2-652F-492A-9E65-73994D8CA5AA}"/>
              </a:ext>
            </a:extLst>
          </p:cNvPr>
          <p:cNvSpPr>
            <a:spLocks xmlns:a="http://schemas.openxmlformats.org/drawingml/2006/main" noGrp="1"/>
          </p:cNvSpPr>
          <p:nvPr/>
        </p:nvSpPr>
        <p:spPr>
          <a:xfrm xmlns:a="http://schemas.openxmlformats.org/drawingml/2006/main">
            <a:off x="6057900" y="456247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665F68"/>
                </a:solidFill>
                <a:latin typeface="Be Vietnam Pro"/>
                <a:ea typeface="Be Vietnam Pro"/>
                <a:cs typeface="Be Vietnam Pro"/>
              </a:defRPr>
            </a:defPPr>
            <a:lvl1pPr>
              <a:defRPr sz="2025" b="0">
                <a:solidFill>
                  <a:srgbClr val="665F68"/>
                </a:solidFill>
                <a:latin typeface="Be Vietnam Pro"/>
                <a:ea typeface="Be Vietnam Pro"/>
                <a:cs typeface="Be Vietnam Pro"/>
              </a:defRPr>
            </a:lvl1pPr>
            <a:lvl2pPr>
              <a:defRPr sz="2025" b="0">
                <a:solidFill>
                  <a:srgbClr val="665F68"/>
                </a:solidFill>
                <a:latin typeface="Be Vietnam Pro"/>
                <a:ea typeface="Be Vietnam Pro"/>
                <a:cs typeface="Be Vietnam Pro"/>
              </a:defRPr>
            </a:lvl2pPr>
            <a:lvl3pPr>
              <a:defRPr sz="2025" b="0">
                <a:solidFill>
                  <a:srgbClr val="665F68"/>
                </a:solidFill>
                <a:latin typeface="Be Vietnam Pro"/>
                <a:ea typeface="Be Vietnam Pro"/>
                <a:cs typeface="Be Vietnam Pro"/>
              </a:defRPr>
            </a:lvl3pPr>
            <a:lvl4pPr>
              <a:defRPr sz="2025" b="0">
                <a:solidFill>
                  <a:srgbClr val="665F68"/>
                </a:solidFill>
                <a:latin typeface="Be Vietnam Pro"/>
                <a:ea typeface="Be Vietnam Pro"/>
                <a:cs typeface="Be Vietnam Pro"/>
              </a:defRPr>
            </a:lvl4pPr>
            <a:lvl5pPr>
              <a:defRPr sz="2025" b="0">
                <a:solidFill>
                  <a:srgbClr val="665F68"/>
                </a:solidFill>
                <a:latin typeface="Be Vietnam Pro"/>
                <a:ea typeface="Be Vietnam Pro"/>
                <a:cs typeface="Be Vietnam Pro"/>
              </a:defRPr>
            </a:lvl5pPr>
            <a:lvl6pPr>
              <a:defRPr sz="2025" b="0">
                <a:solidFill>
                  <a:srgbClr val="665F68"/>
                </a:solidFill>
                <a:latin typeface="Be Vietnam Pro"/>
                <a:ea typeface="Be Vietnam Pro"/>
                <a:cs typeface="Be Vietnam Pro"/>
              </a:defRPr>
            </a:lvl6pPr>
            <a:lvl7pPr>
              <a:defRPr sz="2025" b="0">
                <a:solidFill>
                  <a:srgbClr val="665F68"/>
                </a:solidFill>
                <a:latin typeface="Be Vietnam Pro"/>
                <a:ea typeface="Be Vietnam Pro"/>
                <a:cs typeface="Be Vietnam Pro"/>
              </a:defRPr>
            </a:lvl7pPr>
            <a:lvl8pPr>
              <a:defRPr sz="2025" b="0">
                <a:solidFill>
                  <a:srgbClr val="665F68"/>
                </a:solidFill>
                <a:latin typeface="Be Vietnam Pro"/>
                <a:ea typeface="Be Vietnam Pro"/>
                <a:cs typeface="Be Vietnam Pro"/>
              </a:defRPr>
            </a:lvl8pPr>
            <a:lvl9pPr>
              <a:defRPr sz="2025" b="0">
                <a:solidFill>
                  <a:srgbClr val="665F68"/>
                </a:solidFill>
                <a:latin typeface="Be Vietnam Pro"/>
                <a:ea typeface="Be Vietnam Pro"/>
                <a:cs typeface="Be Vietnam Pro"/>
              </a:defRPr>
            </a:lvl9pPr>
          </a:lstStyle>
          <a:p xmlns:a="http://schemas.openxmlformats.org/drawingml/2006/main">
            <a:pPr>
              <a:lnSpc>
                <a:spcPct val="116000"/>
              </a:lnSpc>
              <a:buNone/>
              <a:defRPr sz="2025" b="0">
                <a:solidFill>
                  <a:srgbClr val="665F68"/>
                </a:solidFill>
                <a:latin typeface="Be Vietnam Pro"/>
                <a:ea typeface="Be Vietnam Pro"/>
                <a:cs typeface="Be Vietnam Pro"/>
              </a:defRPr>
            </a:pPr>
            <a:r>
              <a:rPr sz="2025" b="0">
                <a:solidFill>
                  <a:srgbClr val="665F68"/>
                </a:solidFill>
                <a:latin typeface="Be Vietnam Pro"/>
                <a:ea typeface="Be Vietnam Pro"/>
                <a:cs typeface="Be Vietnam Pro"/>
              </a:rPr>
              <a:t>Set a verified fee catalog, support process and production infrastructure requirements.</a:t>
            </a:r>
          </a:p>
        </p:txBody>
      </p:sp>
      <p:sp>
        <p:nvSpPr>
          <p:cNvPr id="13" name="source-note">
            <a:extLst xmlns:a="http://schemas.openxmlformats.org/drawingml/2006/main">
              <a:ext uri="{FF2B5EF4-FFF2-40B4-BE49-F238E27FC236}">
                <a16:creationId xmlns:a16="http://schemas.microsoft.com/office/drawing/2014/main" id="{7C9987A5-03EF-40B6-9AB7-BE3449668493}"/>
              </a:ext>
            </a:extLst>
          </p:cNvPr>
          <p:cNvSpPr>
            <a:spLocks xmlns:a="http://schemas.openxmlformats.org/drawingml/2006/main" noGrp="1"/>
          </p:cNvSpPr>
          <p:nvPr/>
        </p:nvSpPr>
        <p:spPr>
          <a:xfrm xmlns:a="http://schemas.openxmlformats.org/drawingml/2006/main">
            <a:off x="609600" y="59055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665F68"/>
                </a:solidFill>
                <a:latin typeface="Be Vietnam Pro"/>
                <a:ea typeface="Be Vietnam Pro"/>
                <a:cs typeface="Be Vietnam Pro"/>
              </a:defRPr>
            </a:defPPr>
            <a:lvl1pPr>
              <a:defRPr sz="1125" b="0">
                <a:solidFill>
                  <a:srgbClr val="665F68"/>
                </a:solidFill>
                <a:latin typeface="Be Vietnam Pro"/>
                <a:ea typeface="Be Vietnam Pro"/>
                <a:cs typeface="Be Vietnam Pro"/>
              </a:defRPr>
            </a:lvl1pPr>
            <a:lvl2pPr>
              <a:defRPr sz="1125" b="0">
                <a:solidFill>
                  <a:srgbClr val="665F68"/>
                </a:solidFill>
                <a:latin typeface="Be Vietnam Pro"/>
                <a:ea typeface="Be Vietnam Pro"/>
                <a:cs typeface="Be Vietnam Pro"/>
              </a:defRPr>
            </a:lvl2pPr>
            <a:lvl3pPr>
              <a:defRPr sz="1125" b="0">
                <a:solidFill>
                  <a:srgbClr val="665F68"/>
                </a:solidFill>
                <a:latin typeface="Be Vietnam Pro"/>
                <a:ea typeface="Be Vietnam Pro"/>
                <a:cs typeface="Be Vietnam Pro"/>
              </a:defRPr>
            </a:lvl3pPr>
            <a:lvl4pPr>
              <a:defRPr sz="1125" b="0">
                <a:solidFill>
                  <a:srgbClr val="665F68"/>
                </a:solidFill>
                <a:latin typeface="Be Vietnam Pro"/>
                <a:ea typeface="Be Vietnam Pro"/>
                <a:cs typeface="Be Vietnam Pro"/>
              </a:defRPr>
            </a:lvl4pPr>
            <a:lvl5pPr>
              <a:defRPr sz="1125" b="0">
                <a:solidFill>
                  <a:srgbClr val="665F68"/>
                </a:solidFill>
                <a:latin typeface="Be Vietnam Pro"/>
                <a:ea typeface="Be Vietnam Pro"/>
                <a:cs typeface="Be Vietnam Pro"/>
              </a:defRPr>
            </a:lvl5pPr>
            <a:lvl6pPr>
              <a:defRPr sz="1125" b="0">
                <a:solidFill>
                  <a:srgbClr val="665F68"/>
                </a:solidFill>
                <a:latin typeface="Be Vietnam Pro"/>
                <a:ea typeface="Be Vietnam Pro"/>
                <a:cs typeface="Be Vietnam Pro"/>
              </a:defRPr>
            </a:lvl6pPr>
            <a:lvl7pPr>
              <a:defRPr sz="1125" b="0">
                <a:solidFill>
                  <a:srgbClr val="665F68"/>
                </a:solidFill>
                <a:latin typeface="Be Vietnam Pro"/>
                <a:ea typeface="Be Vietnam Pro"/>
                <a:cs typeface="Be Vietnam Pro"/>
              </a:defRPr>
            </a:lvl7pPr>
            <a:lvl8pPr>
              <a:defRPr sz="1125" b="0">
                <a:solidFill>
                  <a:srgbClr val="665F68"/>
                </a:solidFill>
                <a:latin typeface="Be Vietnam Pro"/>
                <a:ea typeface="Be Vietnam Pro"/>
                <a:cs typeface="Be Vietnam Pro"/>
              </a:defRPr>
            </a:lvl8pPr>
            <a:lvl9pPr>
              <a:defRPr sz="1125" b="0">
                <a:solidFill>
                  <a:srgbClr val="665F68"/>
                </a:solidFill>
                <a:latin typeface="Be Vietnam Pro"/>
                <a:ea typeface="Be Vietnam Pro"/>
                <a:cs typeface="Be Vietnam Pro"/>
              </a:defRPr>
            </a:lvl9pPr>
          </a:lstStyle>
          <a:p xmlns:a="http://schemas.openxmlformats.org/drawingml/2006/main">
            <a:pPr>
              <a:lnSpc>
                <a:spcPct val="116000"/>
              </a:lnSpc>
              <a:buNone/>
              <a:defRPr sz="1125" b="0">
                <a:solidFill>
                  <a:srgbClr val="665F68"/>
                </a:solidFill>
                <a:latin typeface="Be Vietnam Pro"/>
                <a:ea typeface="Be Vietnam Pro"/>
                <a:cs typeface="Be Vietnam Pro"/>
              </a:defRPr>
            </a:pPr>
            <a:r>
              <a:rPr sz="1125" b="0">
                <a:solidFill>
                  <a:srgbClr val="665F68"/>
                </a:solidFill>
                <a:latin typeface="Be Vietnam Pro"/>
                <a:ea typeface="Be Vietnam Pro"/>
                <a:cs typeface="Be Vietnam Pro"/>
              </a:rPr>
              <a:t>Proposed next step: agree on pilot scope and success measures with a licensed office.</a:t>
            </a:r>
          </a:p>
        </p:txBody>
      </p:sp>
    </p:spTree>
    <p:extLst>
      <p:ext uri="{BB962C8B-B14F-4D97-AF65-F5344CB8AC3E}">
        <p14:creationId xmlns:p14="http://schemas.microsoft.com/office/powerpoint/2010/main" val="1454624714"/>
      </p:ext>
    </p:extLst>
  </p:cSld>
</p:sld>
</file>

<file path=ppt/slides/slide12.xml><?xml version="1.0" encoding="utf-8"?>
<p:sld xmlns:p="http://schemas.openxmlformats.org/presentationml/2006/main">
  <p:cSld>
    <p:bg>
      <p:bgPr>
        <a:solidFill xmlns:a="http://schemas.openxmlformats.org/drawingml/2006/main">
          <a:srgbClr val="74142A"/>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E8527038-6F4F-43B8-9D47-F35052F69949}"/>
              </a:ext>
            </a:extLst>
          </p:cNvPr>
          <p:cNvPicPr>
            <a:picLocks xmlns:a="http://schemas.openxmlformats.org/drawingml/2006/main" noChangeAspect="1"/>
          </p:cNvPicPr>
          <p:nvPr/>
        </p:nvPicPr>
        <p:blipFill>
          <a:blip xmlns:r="http://schemas.openxmlformats.org/officeDocument/2006/relationships" xmlns:a="http://schemas.openxmlformats.org/drawingml/2006/main" r:embed="R969f619179784f36">
            <a:extLst>
              <a:ext uri="{96DAC541-7B7A-43D3-8B79-37D633B846F1}">
                <asvg:svgBlip xmlns:asvg="http://schemas.microsoft.com/office/drawing/2016/SVG/main" r:embed="Re314c1b62f324d2e"/>
              </a:ext>
            </a:extLst>
          </a:blip>
          <a:stretch xmlns:a="http://schemas.openxmlformats.org/drawingml/2006/main"/>
        </p:blipFill>
        <p:spPr>
          <a:xfrm xmlns:a="http://schemas.openxmlformats.org/drawingml/2006/main">
            <a:off x="609600" y="323850"/>
            <a:ext cx="1495425" cy="419100"/>
          </a:xfrm>
          <a:prstGeom xmlns:a="http://schemas.openxmlformats.org/drawingml/2006/main" prst="rect">
            <a:avLst/>
          </a:prstGeom>
        </p:spPr>
      </p:pic>
      <p:sp>
        <p:nvSpPr>
          <p:cNvPr id="2" name="page">
            <a:extLst xmlns:a="http://schemas.openxmlformats.org/drawingml/2006/main">
              <a:ext uri="{FF2B5EF4-FFF2-40B4-BE49-F238E27FC236}">
                <a16:creationId xmlns:a16="http://schemas.microsoft.com/office/drawing/2014/main" id="{BB213EE8-35FA-4B99-AD3A-6EC71B8F04A5}"/>
              </a:ext>
            </a:extLst>
          </p:cNvPr>
          <p:cNvSpPr>
            <a:spLocks xmlns:a="http://schemas.openxmlformats.org/drawingml/2006/main" noGrp="1"/>
          </p:cNvSpPr>
          <p:nvPr/>
        </p:nvSpPr>
        <p:spPr>
          <a:xfrm xmlns:a="http://schemas.openxmlformats.org/drawingml/2006/main">
            <a:off x="11144250" y="6315075"/>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a:solidFill>
                  <a:srgbClr val="F1DCE2"/>
                </a:solidFill>
                <a:latin typeface="Be Vietnam Pro"/>
                <a:ea typeface="Be Vietnam Pro"/>
                <a:cs typeface="Be Vietnam Pro"/>
              </a:defRPr>
            </a:defPPr>
            <a:lvl1pPr>
              <a:defRPr sz="1200">
                <a:solidFill>
                  <a:srgbClr val="F1DCE2"/>
                </a:solidFill>
                <a:latin typeface="Be Vietnam Pro"/>
                <a:ea typeface="Be Vietnam Pro"/>
                <a:cs typeface="Be Vietnam Pro"/>
              </a:defRPr>
            </a:lvl1pPr>
            <a:lvl2pPr>
              <a:defRPr sz="1200">
                <a:solidFill>
                  <a:srgbClr val="F1DCE2"/>
                </a:solidFill>
                <a:latin typeface="Be Vietnam Pro"/>
                <a:ea typeface="Be Vietnam Pro"/>
                <a:cs typeface="Be Vietnam Pro"/>
              </a:defRPr>
            </a:lvl2pPr>
            <a:lvl3pPr>
              <a:defRPr sz="1200">
                <a:solidFill>
                  <a:srgbClr val="F1DCE2"/>
                </a:solidFill>
                <a:latin typeface="Be Vietnam Pro"/>
                <a:ea typeface="Be Vietnam Pro"/>
                <a:cs typeface="Be Vietnam Pro"/>
              </a:defRPr>
            </a:lvl3pPr>
            <a:lvl4pPr>
              <a:defRPr sz="1200">
                <a:solidFill>
                  <a:srgbClr val="F1DCE2"/>
                </a:solidFill>
                <a:latin typeface="Be Vietnam Pro"/>
                <a:ea typeface="Be Vietnam Pro"/>
                <a:cs typeface="Be Vietnam Pro"/>
              </a:defRPr>
            </a:lvl4pPr>
            <a:lvl5pPr>
              <a:defRPr sz="1200">
                <a:solidFill>
                  <a:srgbClr val="F1DCE2"/>
                </a:solidFill>
                <a:latin typeface="Be Vietnam Pro"/>
                <a:ea typeface="Be Vietnam Pro"/>
                <a:cs typeface="Be Vietnam Pro"/>
              </a:defRPr>
            </a:lvl5pPr>
            <a:lvl6pPr>
              <a:defRPr sz="1200">
                <a:solidFill>
                  <a:srgbClr val="F1DCE2"/>
                </a:solidFill>
                <a:latin typeface="Be Vietnam Pro"/>
                <a:ea typeface="Be Vietnam Pro"/>
                <a:cs typeface="Be Vietnam Pro"/>
              </a:defRPr>
            </a:lvl6pPr>
            <a:lvl7pPr>
              <a:defRPr sz="1200">
                <a:solidFill>
                  <a:srgbClr val="F1DCE2"/>
                </a:solidFill>
                <a:latin typeface="Be Vietnam Pro"/>
                <a:ea typeface="Be Vietnam Pro"/>
                <a:cs typeface="Be Vietnam Pro"/>
              </a:defRPr>
            </a:lvl7pPr>
            <a:lvl8pPr>
              <a:defRPr sz="1200">
                <a:solidFill>
                  <a:srgbClr val="F1DCE2"/>
                </a:solidFill>
                <a:latin typeface="Be Vietnam Pro"/>
                <a:ea typeface="Be Vietnam Pro"/>
                <a:cs typeface="Be Vietnam Pro"/>
              </a:defRPr>
            </a:lvl8pPr>
            <a:lvl9pPr>
              <a:defRPr sz="1200">
                <a:solidFill>
                  <a:srgbClr val="F1DCE2"/>
                </a:solidFill>
                <a:latin typeface="Be Vietnam Pro"/>
                <a:ea typeface="Be Vietnam Pro"/>
                <a:cs typeface="Be Vietnam Pro"/>
              </a:defRPr>
            </a:lvl9pPr>
          </a:lstStyle>
          <a:p xmlns:a="http://schemas.openxmlformats.org/drawingml/2006/main">
            <a:pPr>
              <a:defRPr sz="1200">
                <a:solidFill>
                  <a:srgbClr val="F1DCE2"/>
                </a:solidFill>
                <a:latin typeface="Be Vietnam Pro"/>
                <a:ea typeface="Be Vietnam Pro"/>
                <a:cs typeface="Be Vietnam Pro"/>
              </a:defRPr>
            </a:pPr>
            <a:r>
              <a:rPr sz="1200">
                <a:solidFill>
                  <a:srgbClr val="F1DCE2"/>
                </a:solidFill>
                <a:latin typeface="Be Vietnam Pro"/>
                <a:ea typeface="Be Vietnam Pro"/>
                <a:cs typeface="Be Vietnam Pro"/>
              </a:rPr>
              <a:t>12</a:t>
            </a:r>
          </a:p>
        </p:txBody>
      </p:sp>
      <p:sp>
        <p:nvSpPr>
          <p:cNvPr id="3" name="title">
            <a:extLst xmlns:a="http://schemas.openxmlformats.org/drawingml/2006/main">
              <a:ext uri="{FF2B5EF4-FFF2-40B4-BE49-F238E27FC236}">
                <a16:creationId xmlns:a16="http://schemas.microsoft.com/office/drawing/2014/main" id="{53CBB4E3-7B15-4178-A572-2D9A14FB75DA}"/>
              </a:ext>
            </a:extLst>
          </p:cNvPr>
          <p:cNvSpPr>
            <a:spLocks xmlns:a="http://schemas.openxmlformats.org/drawingml/2006/main" noGrp="1"/>
          </p:cNvSpPr>
          <p:nvPr/>
        </p:nvSpPr>
        <p:spPr>
          <a:xfrm xmlns:a="http://schemas.openxmlformats.org/drawingml/2006/main">
            <a:off x="609600" y="1552575"/>
            <a:ext cx="10477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725" b="1">
                <a:solidFill>
                  <a:srgbClr val="FFFFFF"/>
                </a:solidFill>
                <a:latin typeface="Be Vietnam Pro"/>
                <a:ea typeface="Be Vietnam Pro"/>
                <a:cs typeface="Be Vietnam Pro"/>
              </a:defRPr>
            </a:defPPr>
            <a:lvl1pPr>
              <a:defRPr sz="4725" b="1">
                <a:solidFill>
                  <a:srgbClr val="FFFFFF"/>
                </a:solidFill>
                <a:latin typeface="Be Vietnam Pro"/>
                <a:ea typeface="Be Vietnam Pro"/>
                <a:cs typeface="Be Vietnam Pro"/>
              </a:defRPr>
            </a:lvl1pPr>
            <a:lvl2pPr>
              <a:defRPr sz="4725" b="1">
                <a:solidFill>
                  <a:srgbClr val="FFFFFF"/>
                </a:solidFill>
                <a:latin typeface="Be Vietnam Pro"/>
                <a:ea typeface="Be Vietnam Pro"/>
                <a:cs typeface="Be Vietnam Pro"/>
              </a:defRPr>
            </a:lvl2pPr>
            <a:lvl3pPr>
              <a:defRPr sz="4725" b="1">
                <a:solidFill>
                  <a:srgbClr val="FFFFFF"/>
                </a:solidFill>
                <a:latin typeface="Be Vietnam Pro"/>
                <a:ea typeface="Be Vietnam Pro"/>
                <a:cs typeface="Be Vietnam Pro"/>
              </a:defRPr>
            </a:lvl3pPr>
            <a:lvl4pPr>
              <a:defRPr sz="4725" b="1">
                <a:solidFill>
                  <a:srgbClr val="FFFFFF"/>
                </a:solidFill>
                <a:latin typeface="Be Vietnam Pro"/>
                <a:ea typeface="Be Vietnam Pro"/>
                <a:cs typeface="Be Vietnam Pro"/>
              </a:defRPr>
            </a:lvl4pPr>
            <a:lvl5pPr>
              <a:defRPr sz="4725" b="1">
                <a:solidFill>
                  <a:srgbClr val="FFFFFF"/>
                </a:solidFill>
                <a:latin typeface="Be Vietnam Pro"/>
                <a:ea typeface="Be Vietnam Pro"/>
                <a:cs typeface="Be Vietnam Pro"/>
              </a:defRPr>
            </a:lvl5pPr>
            <a:lvl6pPr>
              <a:defRPr sz="4725" b="1">
                <a:solidFill>
                  <a:srgbClr val="FFFFFF"/>
                </a:solidFill>
                <a:latin typeface="Be Vietnam Pro"/>
                <a:ea typeface="Be Vietnam Pro"/>
                <a:cs typeface="Be Vietnam Pro"/>
              </a:defRPr>
            </a:lvl6pPr>
            <a:lvl7pPr>
              <a:defRPr sz="4725" b="1">
                <a:solidFill>
                  <a:srgbClr val="FFFFFF"/>
                </a:solidFill>
                <a:latin typeface="Be Vietnam Pro"/>
                <a:ea typeface="Be Vietnam Pro"/>
                <a:cs typeface="Be Vietnam Pro"/>
              </a:defRPr>
            </a:lvl7pPr>
            <a:lvl8pPr>
              <a:defRPr sz="4725" b="1">
                <a:solidFill>
                  <a:srgbClr val="FFFFFF"/>
                </a:solidFill>
                <a:latin typeface="Be Vietnam Pro"/>
                <a:ea typeface="Be Vietnam Pro"/>
                <a:cs typeface="Be Vietnam Pro"/>
              </a:defRPr>
            </a:lvl8pPr>
            <a:lvl9pPr>
              <a:defRPr sz="4725" b="1">
                <a:solidFill>
                  <a:srgbClr val="FFFFFF"/>
                </a:solidFill>
                <a:latin typeface="Be Vietnam Pro"/>
                <a:ea typeface="Be Vietnam Pro"/>
                <a:cs typeface="Be Vietnam Pro"/>
              </a:defRPr>
            </a:lvl9pPr>
          </a:lstStyle>
          <a:p xmlns:a="http://schemas.openxmlformats.org/drawingml/2006/main">
            <a:pPr>
              <a:lnSpc>
                <a:spcPct val="116000"/>
              </a:lnSpc>
              <a:buNone/>
              <a:defRPr sz="4725" b="1">
                <a:solidFill>
                  <a:srgbClr val="FFFFFF"/>
                </a:solidFill>
                <a:latin typeface="Be Vietnam Pro"/>
                <a:ea typeface="Be Vietnam Pro"/>
                <a:cs typeface="Be Vietnam Pro"/>
              </a:defRPr>
            </a:pPr>
            <a:r>
              <a:rPr sz="4725" b="1">
                <a:solidFill>
                  <a:srgbClr val="FFFFFF"/>
                </a:solidFill>
                <a:latin typeface="Be Vietnam Pro"/>
                <a:ea typeface="Be Vietnam Pro"/>
                <a:cs typeface="Be Vietnam Pro"/>
              </a:rPr>
              <a:t>Looking for notary-office</a:t>
            </a:r>
          </a:p>
          <a:p xmlns:a="http://schemas.openxmlformats.org/drawingml/2006/main">
            <a:pPr>
              <a:lnSpc>
                <a:spcPct val="116000"/>
              </a:lnSpc>
              <a:buNone/>
              <a:defRPr sz="4725" b="1">
                <a:solidFill>
                  <a:srgbClr val="FFFFFF"/>
                </a:solidFill>
                <a:latin typeface="Be Vietnam Pro"/>
                <a:ea typeface="Be Vietnam Pro"/>
                <a:cs typeface="Be Vietnam Pro"/>
              </a:defRPr>
            </a:pPr>
            <a:r>
              <a:rPr sz="4725" b="1">
                <a:solidFill>
                  <a:srgbClr val="FFFFFF"/>
                </a:solidFill>
                <a:latin typeface="Be Vietnam Pro"/>
                <a:ea typeface="Be Vietnam Pro"/>
                <a:cs typeface="Be Vietnam Pro"/>
              </a:rPr>
              <a:t>pilot partners</a:t>
            </a:r>
          </a:p>
        </p:txBody>
      </p:sp>
      <p:sp>
        <p:nvSpPr>
          <p:cNvPr id="4" name="body">
            <a:extLst xmlns:a="http://schemas.openxmlformats.org/drawingml/2006/main">
              <a:ext uri="{FF2B5EF4-FFF2-40B4-BE49-F238E27FC236}">
                <a16:creationId xmlns:a16="http://schemas.microsoft.com/office/drawing/2014/main" id="{59901D1F-D49A-4292-98B1-E23E0976572B}"/>
              </a:ext>
            </a:extLst>
          </p:cNvPr>
          <p:cNvSpPr>
            <a:spLocks xmlns:a="http://schemas.openxmlformats.org/drawingml/2006/main" noGrp="1"/>
          </p:cNvSpPr>
          <p:nvPr/>
        </p:nvSpPr>
        <p:spPr>
          <a:xfrm xmlns:a="http://schemas.openxmlformats.org/drawingml/2006/main">
            <a:off x="609600" y="3676650"/>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625" b="0">
                <a:solidFill>
                  <a:srgbClr val="F1DCE2"/>
                </a:solidFill>
                <a:latin typeface="Be Vietnam Pro"/>
                <a:ea typeface="Be Vietnam Pro"/>
                <a:cs typeface="Be Vietnam Pro"/>
              </a:defRPr>
            </a:defPPr>
            <a:lvl1pPr>
              <a:defRPr sz="2625" b="0">
                <a:solidFill>
                  <a:srgbClr val="F1DCE2"/>
                </a:solidFill>
                <a:latin typeface="Be Vietnam Pro"/>
                <a:ea typeface="Be Vietnam Pro"/>
                <a:cs typeface="Be Vietnam Pro"/>
              </a:defRPr>
            </a:lvl1pPr>
            <a:lvl2pPr>
              <a:defRPr sz="2625" b="0">
                <a:solidFill>
                  <a:srgbClr val="F1DCE2"/>
                </a:solidFill>
                <a:latin typeface="Be Vietnam Pro"/>
                <a:ea typeface="Be Vietnam Pro"/>
                <a:cs typeface="Be Vietnam Pro"/>
              </a:defRPr>
            </a:lvl2pPr>
            <a:lvl3pPr>
              <a:defRPr sz="2625" b="0">
                <a:solidFill>
                  <a:srgbClr val="F1DCE2"/>
                </a:solidFill>
                <a:latin typeface="Be Vietnam Pro"/>
                <a:ea typeface="Be Vietnam Pro"/>
                <a:cs typeface="Be Vietnam Pro"/>
              </a:defRPr>
            </a:lvl3pPr>
            <a:lvl4pPr>
              <a:defRPr sz="2625" b="0">
                <a:solidFill>
                  <a:srgbClr val="F1DCE2"/>
                </a:solidFill>
                <a:latin typeface="Be Vietnam Pro"/>
                <a:ea typeface="Be Vietnam Pro"/>
                <a:cs typeface="Be Vietnam Pro"/>
              </a:defRPr>
            </a:lvl4pPr>
            <a:lvl5pPr>
              <a:defRPr sz="2625" b="0">
                <a:solidFill>
                  <a:srgbClr val="F1DCE2"/>
                </a:solidFill>
                <a:latin typeface="Be Vietnam Pro"/>
                <a:ea typeface="Be Vietnam Pro"/>
                <a:cs typeface="Be Vietnam Pro"/>
              </a:defRPr>
            </a:lvl5pPr>
            <a:lvl6pPr>
              <a:defRPr sz="2625" b="0">
                <a:solidFill>
                  <a:srgbClr val="F1DCE2"/>
                </a:solidFill>
                <a:latin typeface="Be Vietnam Pro"/>
                <a:ea typeface="Be Vietnam Pro"/>
                <a:cs typeface="Be Vietnam Pro"/>
              </a:defRPr>
            </a:lvl6pPr>
            <a:lvl7pPr>
              <a:defRPr sz="2625" b="0">
                <a:solidFill>
                  <a:srgbClr val="F1DCE2"/>
                </a:solidFill>
                <a:latin typeface="Be Vietnam Pro"/>
                <a:ea typeface="Be Vietnam Pro"/>
                <a:cs typeface="Be Vietnam Pro"/>
              </a:defRPr>
            </a:lvl7pPr>
            <a:lvl8pPr>
              <a:defRPr sz="2625" b="0">
                <a:solidFill>
                  <a:srgbClr val="F1DCE2"/>
                </a:solidFill>
                <a:latin typeface="Be Vietnam Pro"/>
                <a:ea typeface="Be Vietnam Pro"/>
                <a:cs typeface="Be Vietnam Pro"/>
              </a:defRPr>
            </a:lvl8pPr>
            <a:lvl9pPr>
              <a:defRPr sz="2625" b="0">
                <a:solidFill>
                  <a:srgbClr val="F1DCE2"/>
                </a:solidFill>
                <a:latin typeface="Be Vietnam Pro"/>
                <a:ea typeface="Be Vietnam Pro"/>
                <a:cs typeface="Be Vietnam Pro"/>
              </a:defRPr>
            </a:lvl9pPr>
          </a:lstStyle>
          <a:p xmlns:a="http://schemas.openxmlformats.org/drawingml/2006/main">
            <a:pPr>
              <a:lnSpc>
                <a:spcPct val="116000"/>
              </a:lnSpc>
              <a:buNone/>
              <a:defRPr sz="2625" b="0">
                <a:solidFill>
                  <a:srgbClr val="F1DCE2"/>
                </a:solidFill>
                <a:latin typeface="Be Vietnam Pro"/>
                <a:ea typeface="Be Vietnam Pro"/>
                <a:cs typeface="Be Vietnam Pro"/>
              </a:defRPr>
            </a:pPr>
            <a:r>
              <a:rPr sz="2625" b="0">
                <a:solidFill>
                  <a:srgbClr val="F1DCE2"/>
                </a:solidFill>
                <a:latin typeface="Be Vietnam Pro"/>
                <a:ea typeface="Be Vietnam Pro"/>
                <a:cs typeface="Be Vietnam Pro"/>
              </a:rPr>
              <a:t>Help shape a practical workflow for</a:t>
            </a:r>
          </a:p>
          <a:p xmlns:a="http://schemas.openxmlformats.org/drawingml/2006/main">
            <a:pPr>
              <a:lnSpc>
                <a:spcPct val="116000"/>
              </a:lnSpc>
              <a:buNone/>
              <a:defRPr sz="2625" b="0">
                <a:solidFill>
                  <a:srgbClr val="F1DCE2"/>
                </a:solidFill>
                <a:latin typeface="Be Vietnam Pro"/>
                <a:ea typeface="Be Vietnam Pro"/>
                <a:cs typeface="Be Vietnam Pro"/>
              </a:defRPr>
            </a:pPr>
            <a:r>
              <a:rPr sz="2625" b="0">
                <a:solidFill>
                  <a:srgbClr val="F1DCE2"/>
                </a:solidFill>
                <a:latin typeface="Be Vietnam Pro"/>
                <a:ea typeface="Be Vietnam Pro"/>
                <a:cs typeface="Be Vietnam Pro"/>
              </a:rPr>
              <a:t>Vietnamese applicants and notaries.</a:t>
            </a:r>
          </a:p>
        </p:txBody>
      </p:sp>
      <p:sp>
        <p:nvSpPr>
          <p:cNvPr id="5" name="body">
            <a:extLst xmlns:a="http://schemas.openxmlformats.org/drawingml/2006/main">
              <a:ext uri="{FF2B5EF4-FFF2-40B4-BE49-F238E27FC236}">
                <a16:creationId xmlns:a16="http://schemas.microsoft.com/office/drawing/2014/main" id="{38324EBE-7C0B-4B67-B2D7-732AB8C6E341}"/>
              </a:ext>
            </a:extLst>
          </p:cNvPr>
          <p:cNvSpPr>
            <a:spLocks xmlns:a="http://schemas.openxmlformats.org/drawingml/2006/main" noGrp="1"/>
          </p:cNvSpPr>
          <p:nvPr/>
        </p:nvSpPr>
        <p:spPr>
          <a:xfrm xmlns:a="http://schemas.openxmlformats.org/drawingml/2006/main">
            <a:off x="609600" y="5276850"/>
            <a:ext cx="247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FFFFFF"/>
                </a:solidFill>
                <a:latin typeface="Be Vietnam Pro"/>
                <a:ea typeface="Be Vietnam Pro"/>
                <a:cs typeface="Be Vietnam Pro"/>
              </a:defRPr>
            </a:defPPr>
            <a:lvl1pPr>
              <a:defRPr sz="1800" b="1">
                <a:solidFill>
                  <a:srgbClr val="FFFFFF"/>
                </a:solidFill>
                <a:latin typeface="Be Vietnam Pro"/>
                <a:ea typeface="Be Vietnam Pro"/>
                <a:cs typeface="Be Vietnam Pro"/>
              </a:defRPr>
            </a:lvl1pPr>
            <a:lvl2pPr>
              <a:defRPr sz="1800" b="1">
                <a:solidFill>
                  <a:srgbClr val="FFFFFF"/>
                </a:solidFill>
                <a:latin typeface="Be Vietnam Pro"/>
                <a:ea typeface="Be Vietnam Pro"/>
                <a:cs typeface="Be Vietnam Pro"/>
              </a:defRPr>
            </a:lvl2pPr>
            <a:lvl3pPr>
              <a:defRPr sz="1800" b="1">
                <a:solidFill>
                  <a:srgbClr val="FFFFFF"/>
                </a:solidFill>
                <a:latin typeface="Be Vietnam Pro"/>
                <a:ea typeface="Be Vietnam Pro"/>
                <a:cs typeface="Be Vietnam Pro"/>
              </a:defRPr>
            </a:lvl3pPr>
            <a:lvl4pPr>
              <a:defRPr sz="1800" b="1">
                <a:solidFill>
                  <a:srgbClr val="FFFFFF"/>
                </a:solidFill>
                <a:latin typeface="Be Vietnam Pro"/>
                <a:ea typeface="Be Vietnam Pro"/>
                <a:cs typeface="Be Vietnam Pro"/>
              </a:defRPr>
            </a:lvl4pPr>
            <a:lvl5pPr>
              <a:defRPr sz="1800" b="1">
                <a:solidFill>
                  <a:srgbClr val="FFFFFF"/>
                </a:solidFill>
                <a:latin typeface="Be Vietnam Pro"/>
                <a:ea typeface="Be Vietnam Pro"/>
                <a:cs typeface="Be Vietnam Pro"/>
              </a:defRPr>
            </a:lvl5pPr>
            <a:lvl6pPr>
              <a:defRPr sz="1800" b="1">
                <a:solidFill>
                  <a:srgbClr val="FFFFFF"/>
                </a:solidFill>
                <a:latin typeface="Be Vietnam Pro"/>
                <a:ea typeface="Be Vietnam Pro"/>
                <a:cs typeface="Be Vietnam Pro"/>
              </a:defRPr>
            </a:lvl6pPr>
            <a:lvl7pPr>
              <a:defRPr sz="1800" b="1">
                <a:solidFill>
                  <a:srgbClr val="FFFFFF"/>
                </a:solidFill>
                <a:latin typeface="Be Vietnam Pro"/>
                <a:ea typeface="Be Vietnam Pro"/>
                <a:cs typeface="Be Vietnam Pro"/>
              </a:defRPr>
            </a:lvl7pPr>
            <a:lvl8pPr>
              <a:defRPr sz="1800" b="1">
                <a:solidFill>
                  <a:srgbClr val="FFFFFF"/>
                </a:solidFill>
                <a:latin typeface="Be Vietnam Pro"/>
                <a:ea typeface="Be Vietnam Pro"/>
                <a:cs typeface="Be Vietnam Pro"/>
              </a:defRPr>
            </a:lvl8pPr>
            <a:lvl9pPr>
              <a:defRPr sz="1800" b="1">
                <a:solidFill>
                  <a:srgbClr val="FFFFFF"/>
                </a:solidFill>
                <a:latin typeface="Be Vietnam Pro"/>
                <a:ea typeface="Be Vietnam Pro"/>
                <a:cs typeface="Be Vietnam Pro"/>
              </a:defRPr>
            </a:lvl9pPr>
          </a:lstStyle>
          <a:p xmlns:a="http://schemas.openxmlformats.org/drawingml/2006/main">
            <a:pPr>
              <a:lnSpc>
                <a:spcPct val="116000"/>
              </a:lnSpc>
              <a:buNone/>
              <a:defRPr sz="1800" b="1">
                <a:solidFill>
                  <a:srgbClr val="FFFFFF"/>
                </a:solidFill>
                <a:latin typeface="Be Vietnam Pro"/>
                <a:ea typeface="Be Vietnam Pro"/>
                <a:cs typeface="Be Vietnam Pro"/>
              </a:defRPr>
            </a:pPr>
            <a:r>
              <a:rPr sz="1800" b="1">
                <a:solidFill>
                  <a:srgbClr val="FFFFFF"/>
                </a:solidFill>
                <a:latin typeface="Be Vietnam Pro"/>
                <a:ea typeface="Be Vietnam Pro"/>
                <a:cs typeface="Be Vietnam Pro"/>
              </a:rPr>
              <a:t>Try the demo</a:t>
            </a:r>
          </a:p>
        </p:txBody>
      </p:sp>
      <p:sp>
        <p:nvSpPr>
          <p:cNvPr id="6" name="body">
            <a:extLst xmlns:a="http://schemas.openxmlformats.org/drawingml/2006/main">
              <a:ext uri="{FF2B5EF4-FFF2-40B4-BE49-F238E27FC236}">
                <a16:creationId xmlns:a16="http://schemas.microsoft.com/office/drawing/2014/main" id="{849979A5-44E2-4E1B-BA0A-3416E9A97CC6}"/>
              </a:ext>
            </a:extLst>
          </p:cNvPr>
          <p:cNvSpPr>
            <a:spLocks xmlns:a="http://schemas.openxmlformats.org/drawingml/2006/main" noGrp="1"/>
          </p:cNvSpPr>
          <p:nvPr/>
        </p:nvSpPr>
        <p:spPr>
          <a:xfrm xmlns:a="http://schemas.openxmlformats.org/drawingml/2006/main">
            <a:off x="609600" y="5734050"/>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trustify-notary.vercel.app</a:t>
            </a:r>
          </a:p>
        </p:txBody>
      </p:sp>
      <p:sp>
        <p:nvSpPr>
          <p:cNvPr id="7" name="body">
            <a:extLst xmlns:a="http://schemas.openxmlformats.org/drawingml/2006/main">
              <a:ext uri="{FF2B5EF4-FFF2-40B4-BE49-F238E27FC236}">
                <a16:creationId xmlns:a16="http://schemas.microsoft.com/office/drawing/2014/main" id="{20DEBEEF-C765-44FA-94EB-F57F7264A70F}"/>
              </a:ext>
            </a:extLst>
          </p:cNvPr>
          <p:cNvSpPr>
            <a:spLocks xmlns:a="http://schemas.openxmlformats.org/drawingml/2006/main" noGrp="1"/>
          </p:cNvSpPr>
          <p:nvPr/>
        </p:nvSpPr>
        <p:spPr>
          <a:xfrm xmlns:a="http://schemas.openxmlformats.org/drawingml/2006/main">
            <a:off x="7239000" y="5276850"/>
            <a:ext cx="4000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FFFFFF"/>
                </a:solidFill>
                <a:latin typeface="Be Vietnam Pro"/>
                <a:ea typeface="Be Vietnam Pro"/>
                <a:cs typeface="Be Vietnam Pro"/>
              </a:defRPr>
            </a:defPPr>
            <a:lvl1pPr>
              <a:defRPr sz="1800" b="1">
                <a:solidFill>
                  <a:srgbClr val="FFFFFF"/>
                </a:solidFill>
                <a:latin typeface="Be Vietnam Pro"/>
                <a:ea typeface="Be Vietnam Pro"/>
                <a:cs typeface="Be Vietnam Pro"/>
              </a:defRPr>
            </a:lvl1pPr>
            <a:lvl2pPr>
              <a:defRPr sz="1800" b="1">
                <a:solidFill>
                  <a:srgbClr val="FFFFFF"/>
                </a:solidFill>
                <a:latin typeface="Be Vietnam Pro"/>
                <a:ea typeface="Be Vietnam Pro"/>
                <a:cs typeface="Be Vietnam Pro"/>
              </a:defRPr>
            </a:lvl2pPr>
            <a:lvl3pPr>
              <a:defRPr sz="1800" b="1">
                <a:solidFill>
                  <a:srgbClr val="FFFFFF"/>
                </a:solidFill>
                <a:latin typeface="Be Vietnam Pro"/>
                <a:ea typeface="Be Vietnam Pro"/>
                <a:cs typeface="Be Vietnam Pro"/>
              </a:defRPr>
            </a:lvl3pPr>
            <a:lvl4pPr>
              <a:defRPr sz="1800" b="1">
                <a:solidFill>
                  <a:srgbClr val="FFFFFF"/>
                </a:solidFill>
                <a:latin typeface="Be Vietnam Pro"/>
                <a:ea typeface="Be Vietnam Pro"/>
                <a:cs typeface="Be Vietnam Pro"/>
              </a:defRPr>
            </a:lvl4pPr>
            <a:lvl5pPr>
              <a:defRPr sz="1800" b="1">
                <a:solidFill>
                  <a:srgbClr val="FFFFFF"/>
                </a:solidFill>
                <a:latin typeface="Be Vietnam Pro"/>
                <a:ea typeface="Be Vietnam Pro"/>
                <a:cs typeface="Be Vietnam Pro"/>
              </a:defRPr>
            </a:lvl5pPr>
            <a:lvl6pPr>
              <a:defRPr sz="1800" b="1">
                <a:solidFill>
                  <a:srgbClr val="FFFFFF"/>
                </a:solidFill>
                <a:latin typeface="Be Vietnam Pro"/>
                <a:ea typeface="Be Vietnam Pro"/>
                <a:cs typeface="Be Vietnam Pro"/>
              </a:defRPr>
            </a:lvl6pPr>
            <a:lvl7pPr>
              <a:defRPr sz="1800" b="1">
                <a:solidFill>
                  <a:srgbClr val="FFFFFF"/>
                </a:solidFill>
                <a:latin typeface="Be Vietnam Pro"/>
                <a:ea typeface="Be Vietnam Pro"/>
                <a:cs typeface="Be Vietnam Pro"/>
              </a:defRPr>
            </a:lvl7pPr>
            <a:lvl8pPr>
              <a:defRPr sz="1800" b="1">
                <a:solidFill>
                  <a:srgbClr val="FFFFFF"/>
                </a:solidFill>
                <a:latin typeface="Be Vietnam Pro"/>
                <a:ea typeface="Be Vietnam Pro"/>
                <a:cs typeface="Be Vietnam Pro"/>
              </a:defRPr>
            </a:lvl8pPr>
            <a:lvl9pPr>
              <a:defRPr sz="1800" b="1">
                <a:solidFill>
                  <a:srgbClr val="FFFFFF"/>
                </a:solidFill>
                <a:latin typeface="Be Vietnam Pro"/>
                <a:ea typeface="Be Vietnam Pro"/>
                <a:cs typeface="Be Vietnam Pro"/>
              </a:defRPr>
            </a:lvl9pPr>
          </a:lstStyle>
          <a:p xmlns:a="http://schemas.openxmlformats.org/drawingml/2006/main">
            <a:pPr>
              <a:lnSpc>
                <a:spcPct val="116000"/>
              </a:lnSpc>
              <a:buNone/>
              <a:defRPr sz="1800" b="1">
                <a:solidFill>
                  <a:srgbClr val="FFFFFF"/>
                </a:solidFill>
                <a:latin typeface="Be Vietnam Pro"/>
                <a:ea typeface="Be Vietnam Pro"/>
                <a:cs typeface="Be Vietnam Pro"/>
              </a:defRPr>
            </a:pPr>
            <a:r>
              <a:rPr sz="1800" b="1">
                <a:solidFill>
                  <a:srgbClr val="FFFFFF"/>
                </a:solidFill>
                <a:latin typeface="Be Vietnam Pro"/>
                <a:ea typeface="Be Vietnam Pro"/>
                <a:cs typeface="Be Vietnam Pro"/>
              </a:rPr>
              <a:t>Meet the project</a:t>
            </a:r>
          </a:p>
        </p:txBody>
      </p:sp>
      <p:sp>
        <p:nvSpPr>
          <p:cNvPr id="8" name="body">
            <a:extLst xmlns:a="http://schemas.openxmlformats.org/drawingml/2006/main">
              <a:ext uri="{FF2B5EF4-FFF2-40B4-BE49-F238E27FC236}">
                <a16:creationId xmlns:a16="http://schemas.microsoft.com/office/drawing/2014/main" id="{13CD8A62-F4AE-46D0-A7EC-5021325A1C5A}"/>
              </a:ext>
            </a:extLst>
          </p:cNvPr>
          <p:cNvSpPr>
            <a:spLocks xmlns:a="http://schemas.openxmlformats.org/drawingml/2006/main" noGrp="1"/>
          </p:cNvSpPr>
          <p:nvPr/>
        </p:nvSpPr>
        <p:spPr>
          <a:xfrm xmlns:a="http://schemas.openxmlformats.org/drawingml/2006/main">
            <a:off x="7239000" y="57340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F1DCE2"/>
                </a:solidFill>
                <a:latin typeface="Be Vietnam Pro"/>
                <a:ea typeface="Be Vietnam Pro"/>
                <a:cs typeface="Be Vietnam Pro"/>
              </a:defRPr>
            </a:defPPr>
            <a:lvl1pPr>
              <a:defRPr sz="2025" b="0">
                <a:solidFill>
                  <a:srgbClr val="F1DCE2"/>
                </a:solidFill>
                <a:latin typeface="Be Vietnam Pro"/>
                <a:ea typeface="Be Vietnam Pro"/>
                <a:cs typeface="Be Vietnam Pro"/>
              </a:defRPr>
            </a:lvl1pPr>
            <a:lvl2pPr>
              <a:defRPr sz="2025" b="0">
                <a:solidFill>
                  <a:srgbClr val="F1DCE2"/>
                </a:solidFill>
                <a:latin typeface="Be Vietnam Pro"/>
                <a:ea typeface="Be Vietnam Pro"/>
                <a:cs typeface="Be Vietnam Pro"/>
              </a:defRPr>
            </a:lvl2pPr>
            <a:lvl3pPr>
              <a:defRPr sz="2025" b="0">
                <a:solidFill>
                  <a:srgbClr val="F1DCE2"/>
                </a:solidFill>
                <a:latin typeface="Be Vietnam Pro"/>
                <a:ea typeface="Be Vietnam Pro"/>
                <a:cs typeface="Be Vietnam Pro"/>
              </a:defRPr>
            </a:lvl3pPr>
            <a:lvl4pPr>
              <a:defRPr sz="2025" b="0">
                <a:solidFill>
                  <a:srgbClr val="F1DCE2"/>
                </a:solidFill>
                <a:latin typeface="Be Vietnam Pro"/>
                <a:ea typeface="Be Vietnam Pro"/>
                <a:cs typeface="Be Vietnam Pro"/>
              </a:defRPr>
            </a:lvl4pPr>
            <a:lvl5pPr>
              <a:defRPr sz="2025" b="0">
                <a:solidFill>
                  <a:srgbClr val="F1DCE2"/>
                </a:solidFill>
                <a:latin typeface="Be Vietnam Pro"/>
                <a:ea typeface="Be Vietnam Pro"/>
                <a:cs typeface="Be Vietnam Pro"/>
              </a:defRPr>
            </a:lvl5pPr>
            <a:lvl6pPr>
              <a:defRPr sz="2025" b="0">
                <a:solidFill>
                  <a:srgbClr val="F1DCE2"/>
                </a:solidFill>
                <a:latin typeface="Be Vietnam Pro"/>
                <a:ea typeface="Be Vietnam Pro"/>
                <a:cs typeface="Be Vietnam Pro"/>
              </a:defRPr>
            </a:lvl6pPr>
            <a:lvl7pPr>
              <a:defRPr sz="2025" b="0">
                <a:solidFill>
                  <a:srgbClr val="F1DCE2"/>
                </a:solidFill>
                <a:latin typeface="Be Vietnam Pro"/>
                <a:ea typeface="Be Vietnam Pro"/>
                <a:cs typeface="Be Vietnam Pro"/>
              </a:defRPr>
            </a:lvl7pPr>
            <a:lvl8pPr>
              <a:defRPr sz="2025" b="0">
                <a:solidFill>
                  <a:srgbClr val="F1DCE2"/>
                </a:solidFill>
                <a:latin typeface="Be Vietnam Pro"/>
                <a:ea typeface="Be Vietnam Pro"/>
                <a:cs typeface="Be Vietnam Pro"/>
              </a:defRPr>
            </a:lvl8pPr>
            <a:lvl9pPr>
              <a:defRPr sz="2025" b="0">
                <a:solidFill>
                  <a:srgbClr val="F1DCE2"/>
                </a:solidFill>
                <a:latin typeface="Be Vietnam Pro"/>
                <a:ea typeface="Be Vietnam Pro"/>
                <a:cs typeface="Be Vietnam Pro"/>
              </a:defRPr>
            </a:lvl9pPr>
          </a:lstStyle>
          <a:p xmlns:a="http://schemas.openxmlformats.org/drawingml/2006/main">
            <a:pPr>
              <a:lnSpc>
                <a:spcPct val="116000"/>
              </a:lnSpc>
              <a:buNone/>
              <a:defRPr sz="2025" b="0">
                <a:solidFill>
                  <a:srgbClr val="F1DCE2"/>
                </a:solidFill>
                <a:latin typeface="Be Vietnam Pro"/>
                <a:ea typeface="Be Vietnam Pro"/>
                <a:cs typeface="Be Vietnam Pro"/>
              </a:defRPr>
            </a:pPr>
            <a:r>
              <a:rPr sz="2025" b="0">
                <a:solidFill>
                  <a:srgbClr val="F1DCE2"/>
                </a:solidFill>
                <a:latin typeface="Be Vietnam Pro"/>
                <a:ea typeface="Be Vietnam Pro"/>
                <a:cs typeface="Be Vietnam Pro"/>
              </a:rPr>
              <a:t>linkedin.com/in/sloweyne</a:t>
            </a:r>
          </a:p>
        </p:txBody>
      </p:sp>
    </p:spTree>
    <p:extLst>
      <p:ext uri="{BB962C8B-B14F-4D97-AF65-F5344CB8AC3E}">
        <p14:creationId xmlns:p14="http://schemas.microsoft.com/office/powerpoint/2010/main" val="16277470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2026-10-25T16:48:56.1340000Z</dcterms:created>
  <dcterms:modified xsi:type="dcterms:W3CDTF">2026-10-25T16:48:56.1340000Z</dcterms:modified>
</coreProperties>
</file>