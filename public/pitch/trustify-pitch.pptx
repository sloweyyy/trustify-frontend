
<file path=[Content_Types].xml><?xml version="1.0" encoding="utf-8"?>
<Types xmlns="http://schemas.openxmlformats.org/package/2006/content-types">
  <Default Extension="xml" ContentType="application/vnd.openxmlformats-package.core-properties+xml"/>
  <Default Extension="png" ContentType="image/png"/>
  <Default Extension="svg" ContentType="image/svg+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df97fe473c74e57" /><Relationship Type="http://schemas.openxmlformats.org/officeDocument/2006/relationships/extended-properties" Target="/docProps/app.xml" Id="R2415cc391f76412a" /><Relationship Type="http://schemas.openxmlformats.org/officeDocument/2006/relationships/officeDocument" Target="/ppt/presentation.xml" Id="R2cac9097a75b43d1" /></Relationships>
</file>

<file path=ppt/presentation.xml><?xml version="1.0" encoding="utf-8"?>
<p:presentation xmlns:p="http://schemas.openxmlformats.org/presentationml/2006/main">
  <p:sldMasterIdLst>
    <p:sldMasterId xmlns:r="http://schemas.openxmlformats.org/officeDocument/2006/relationships" id="2147483648" r:id="R0e79cf8b55ad4b21"/>
  </p:sldMasterIdLst>
  <p:notesMasterIdLst>
    <p:notesMasterId xmlns:r="http://schemas.openxmlformats.org/officeDocument/2006/relationships" r:id="R27dec79570b8423f"/>
  </p:notesMasterIdLst>
  <p:sldIdLst>
    <p:sldId xmlns:r="http://schemas.openxmlformats.org/officeDocument/2006/relationships" id="256" r:id="Rb6f8f37c25a04df3"/>
    <p:sldId xmlns:r="http://schemas.openxmlformats.org/officeDocument/2006/relationships" id="257" r:id="R33d3e646551f4f15"/>
    <p:sldId xmlns:r="http://schemas.openxmlformats.org/officeDocument/2006/relationships" id="258" r:id="R26894316ff7146c3"/>
    <p:sldId xmlns:r="http://schemas.openxmlformats.org/officeDocument/2006/relationships" id="259" r:id="Rfe609679e0ac4043"/>
    <p:sldId xmlns:r="http://schemas.openxmlformats.org/officeDocument/2006/relationships" id="260" r:id="R6d61e8fcf0d6486e"/>
    <p:sldId xmlns:r="http://schemas.openxmlformats.org/officeDocument/2006/relationships" id="261" r:id="R91ebb2f3f73c4403"/>
    <p:sldId xmlns:r="http://schemas.openxmlformats.org/officeDocument/2006/relationships" id="262" r:id="Re1de6e1c6d754dcc"/>
    <p:sldId xmlns:r="http://schemas.openxmlformats.org/officeDocument/2006/relationships" id="263" r:id="Rdd05f281ff854ff8"/>
    <p:sldId xmlns:r="http://schemas.openxmlformats.org/officeDocument/2006/relationships" id="264" r:id="R1922a7aa28f14ec2"/>
    <p:sldId xmlns:r="http://schemas.openxmlformats.org/officeDocument/2006/relationships" id="265" r:id="R06f4a867542f40eb"/>
    <p:sldId xmlns:r="http://schemas.openxmlformats.org/officeDocument/2006/relationships" id="266" r:id="R16398b599f1841f8"/>
    <p:sldId xmlns:r="http://schemas.openxmlformats.org/officeDocument/2006/relationships" id="267" r:id="R77f30fc79c0146e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f7004c2330d429f" /><Relationship Type="http://schemas.openxmlformats.org/officeDocument/2006/relationships/slideMaster" Target="/ppt/slideMasters/slideMaster1.xml" Id="R0e79cf8b55ad4b21" /><Relationship Type="http://schemas.openxmlformats.org/officeDocument/2006/relationships/notesMaster" Target="/ppt/notesMasters/notesMaster1.xml" Id="R27dec79570b8423f" /><Relationship Type="http://schemas.openxmlformats.org/officeDocument/2006/relationships/presProps" Target="/ppt/presProps.xml" Id="Rab51f08f881d458c" /><Relationship Type="http://schemas.openxmlformats.org/officeDocument/2006/relationships/tableStyles" Target="/ppt/tableStyles.xml" Id="R9b34c1e34b3340a7" /><Relationship Type="http://schemas.openxmlformats.org/officeDocument/2006/relationships/slide" Target="/ppt/slides/slide1.xml" Id="Rb6f8f37c25a04df3" /><Relationship Type="http://schemas.openxmlformats.org/officeDocument/2006/relationships/slide" Target="/ppt/slides/slide2.xml" Id="R33d3e646551f4f15" /><Relationship Type="http://schemas.openxmlformats.org/officeDocument/2006/relationships/slide" Target="/ppt/slides/slide3.xml" Id="R26894316ff7146c3" /><Relationship Type="http://schemas.openxmlformats.org/officeDocument/2006/relationships/slide" Target="/ppt/slides/slide4.xml" Id="Rfe609679e0ac4043" /><Relationship Type="http://schemas.openxmlformats.org/officeDocument/2006/relationships/slide" Target="/ppt/slides/slide5.xml" Id="R6d61e8fcf0d6486e" /><Relationship Type="http://schemas.openxmlformats.org/officeDocument/2006/relationships/slide" Target="/ppt/slides/slide6.xml" Id="R91ebb2f3f73c4403" /><Relationship Type="http://schemas.openxmlformats.org/officeDocument/2006/relationships/slide" Target="/ppt/slides/slide7.xml" Id="Re1de6e1c6d754dcc" /><Relationship Type="http://schemas.openxmlformats.org/officeDocument/2006/relationships/slide" Target="/ppt/slides/slide8.xml" Id="Rdd05f281ff854ff8" /><Relationship Type="http://schemas.openxmlformats.org/officeDocument/2006/relationships/slide" Target="/ppt/slides/slide9.xml" Id="R1922a7aa28f14ec2" /><Relationship Type="http://schemas.openxmlformats.org/officeDocument/2006/relationships/slide" Target="/ppt/slides/slide10.xml" Id="R06f4a867542f40eb" /><Relationship Type="http://schemas.openxmlformats.org/officeDocument/2006/relationships/slide" Target="/ppt/slides/slide11.xml" Id="R16398b599f1841f8" /><Relationship Type="http://schemas.openxmlformats.org/officeDocument/2006/relationships/slide" Target="/ppt/slides/slide12.xml" Id="R77f30fc79c0146e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20eaf7cc3494bd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66ab8024ada42d6" /><Relationship Type="http://schemas.openxmlformats.org/officeDocument/2006/relationships/notesMaster" Target="/ppt/notesMasters/notesMaster1.xml" Id="R8c04307b39cb454f" /></Relationships>
</file>

<file path=ppt/notesSlides/_rels/notesSlide2.xml.rels>&#65279;<?xml version="1.0" encoding="utf-8"?><Relationships xmlns="http://schemas.openxmlformats.org/package/2006/relationships"><Relationship Type="http://schemas.openxmlformats.org/officeDocument/2006/relationships/slide" Target="/ppt/slides/slide2.xml" Id="Rba0d72b7c9bb4bac" /><Relationship Type="http://schemas.openxmlformats.org/officeDocument/2006/relationships/notesMaster" Target="/ppt/notesMasters/notesMaster1.xml" Id="Raa5c84ec95a444b4" /></Relationships>
</file>

<file path=ppt/notesSlides/_rels/notesSlide3.xml.rels>&#65279;<?xml version="1.0" encoding="utf-8"?><Relationships xmlns="http://schemas.openxmlformats.org/package/2006/relationships"><Relationship Type="http://schemas.openxmlformats.org/officeDocument/2006/relationships/slide" Target="/ppt/slides/slide3.xml" Id="R12297a3384754260" /><Relationship Type="http://schemas.openxmlformats.org/officeDocument/2006/relationships/notesMaster" Target="/ppt/notesMasters/notesMaster1.xml" Id="R98750f7055de4905" /></Relationships>
</file>

<file path=ppt/notesSlides/_rels/notesSlide4.xml.rels>&#65279;<?xml version="1.0" encoding="utf-8"?><Relationships xmlns="http://schemas.openxmlformats.org/package/2006/relationships"><Relationship Type="http://schemas.openxmlformats.org/officeDocument/2006/relationships/slide" Target="/ppt/slides/slide4.xml" Id="R88e472137d76438c" /><Relationship Type="http://schemas.openxmlformats.org/officeDocument/2006/relationships/notesMaster" Target="/ppt/notesMasters/notesMaster1.xml" Id="R4e08c54f607d4035" /></Relationships>
</file>

<file path=ppt/notesSlides/_rels/notesSlide5.xml.rels>&#65279;<?xml version="1.0" encoding="utf-8"?><Relationships xmlns="http://schemas.openxmlformats.org/package/2006/relationships"><Relationship Type="http://schemas.openxmlformats.org/officeDocument/2006/relationships/slide" Target="/ppt/slides/slide5.xml" Id="R9ce377da5a664272" /><Relationship Type="http://schemas.openxmlformats.org/officeDocument/2006/relationships/notesMaster" Target="/ppt/notesMasters/notesMaster1.xml" Id="R25022992cec94ace" /></Relationships>
</file>

<file path=ppt/notesSlides/_rels/notesSlide6.xml.rels>&#65279;<?xml version="1.0" encoding="utf-8"?><Relationships xmlns="http://schemas.openxmlformats.org/package/2006/relationships"><Relationship Type="http://schemas.openxmlformats.org/officeDocument/2006/relationships/slide" Target="/ppt/slides/slide6.xml" Id="Ra27e2b759adb4628" /><Relationship Type="http://schemas.openxmlformats.org/officeDocument/2006/relationships/notesMaster" Target="/ppt/notesMasters/notesMaster1.xml" Id="R561dd762167046dc" /></Relationships>
</file>

<file path=ppt/notesSlides/_rels/notesSlide7.xml.rels>&#65279;<?xml version="1.0" encoding="utf-8"?><Relationships xmlns="http://schemas.openxmlformats.org/package/2006/relationships"><Relationship Type="http://schemas.openxmlformats.org/officeDocument/2006/relationships/slide" Target="/ppt/slides/slide7.xml" Id="R3eabdb48285146ab" /><Relationship Type="http://schemas.openxmlformats.org/officeDocument/2006/relationships/notesMaster" Target="/ppt/notesMasters/notesMaster1.xml" Id="Rf96fa377a6e34da4" /></Relationships>
</file>

<file path=ppt/notesSlides/_rels/notesSlide8.xml.rels>&#65279;<?xml version="1.0" encoding="utf-8"?><Relationships xmlns="http://schemas.openxmlformats.org/package/2006/relationships"><Relationship Type="http://schemas.openxmlformats.org/officeDocument/2006/relationships/slide" Target="/ppt/slides/slide8.xml" Id="Rf7931d660ef747f9" /><Relationship Type="http://schemas.openxmlformats.org/officeDocument/2006/relationships/notesMaster" Target="/ppt/notesMasters/notesMaster1.xml" Id="Rf841686f5f2d4d41" /></Relationships>
</file>

<file path=ppt/notesSlides/_rels/notesSlide9.xml.rels>&#65279;<?xml version="1.0" encoding="utf-8"?><Relationships xmlns="http://schemas.openxmlformats.org/package/2006/relationships"><Relationship Type="http://schemas.openxmlformats.org/officeDocument/2006/relationships/slide" Target="/ppt/slides/slide9.xml" Id="R1850b9adba124c61" /><Relationship Type="http://schemas.openxmlformats.org/officeDocument/2006/relationships/notesMaster" Target="/ppt/notesMasters/notesMaster1.xml" Id="R190b07df88f443b3"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544d106e5cdf4f92" /><Relationship Type="http://schemas.openxmlformats.org/officeDocument/2006/relationships/notesMaster" Target="/ppt/notesMasters/notesMaster1.xml" Id="Raf6d6fd5af4746b5"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da9d2d4c617544c8" /><Relationship Type="http://schemas.openxmlformats.org/officeDocument/2006/relationships/notesMaster" Target="/ppt/notesMasters/notesMaster1.xml" Id="Rab15cf9e6baf4358"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b5be4a9274164102" /><Relationship Type="http://schemas.openxmlformats.org/officeDocument/2006/relationships/notesMaster" Target="/ppt/notesMasters/notesMaster1.xml" Id="R201a2ef2e81142a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Product source: https://github.com/sloweyyy/Trustify-Frontend/blob/main/README.md. Approved brand: https://github.com/sloweyyy/Trustify-Frontend/blob/main/docs/brand/brand-identity.md. Screenshot: final/routes/public-home-desktop.png, current October2026 UI. Team project established2025. This deck pitches a future pilot, not a launched regulated service.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Problem framing is a product hypothesis drawn from the approved brand brief and the application workflow. No user-research study, measured time saving or market-size claim is asserted.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Approved audiences and positioning: https://github.com/sloweyyy/Trustify-Frontend/blob/main/docs/brand/brand-identity.md. Business use is an intended audience, not a claim that enterprise tenancy or corporate permissions exist.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Lifecycle and payment behavior: https://github.com/sloweyyy/Trustify-Frontend/blob/main/docs/design-system.md and https://github.com/sloweyyy/Trustify-Frontend/blob/main/docs/design/final/README.md. Screenshot uses synthetic QA records, not real client data. A signing interface is not by itself a legally qualified digital signature.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Implemented applicant wizard: https://github.com/sloweyyy/Trustify-Frontend/blob/main/src. Evidence: https://github.com/sloweyyy/Trustify-Frontend/blob/main/docs/design/screenshots/final/wizard/after-step1-service-mobile.png and after-upload-selected-desktop.png. Screens show anonymized/synthetic QA 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Notary review implementation and UI evidence: https://github.com/sloweyyy/Trustify-Frontend/blob/main/docs/design/final/README.md and https://github.com/sloweyyy/Trustify-Frontend/blob/main/docs/design/screenshots/final/states/notary-document-review-preview-desktop.png. The screenshot uses a sample document and synthetic QA identities. The deck makes no real throughput or processing-time claim.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Blockchain implementation: https://github.com/sloweyyy/Trustify-Backend/blob/main/src/config/blockchain.js and src/services/notarization.service.js. Verification UI: https://github.com/sloweyyy/Trustify-Frontend/blob/main/docs/design/screenshots/final/states/public-verify-record-desktop.png. The public demo stores files and metadata in Supabase Storage. IPFS/Pinata pinning is supported in code. Metadata references are minted on Solana devnet. Live-demo configuration verified by the maintainer in https://github.com/sloweyyy/Trustify-Frontend/pull/50. NFT possession/metadata is not proof of legal validity or complete confidentiality.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Verified against frontend package.json/README and backend package.json, src/config/blockchain.js, src/services/chatbot.service.js and src/services/payment.service.js. Source: https://github.com/sloweyyy/Trustify-Frontend and https://github.com/sloweyyy/Trustify-Backend. Gemini supplies procedural guidance, not implemented document generation. PayOS is the supported payment integration. The current public demo simulates payments, as verified by the maintainer in https://github.com/sloweyyy/Trustify-Frontend/pull/50. The demo uses Supabase Storage for files/metadata, with IPFS/Pinata support in code.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Award names, issuers and dates supplied by the project owner and verified against their existing public LinkedIn Honors entries. https://www.linkedin.com/in/sloweyne/details/honors/. First Prize: Youth Union–Student Association, Faculty of Computer Science and Engineering, International University–VNUHCM, May2025. Top30: VBI Academy, January2025. Hackathon recognition is not evidence of commercial traction or a regulatory endorsement.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commercial model only. No pricing, paying customers, revenue, funding, market size or validated willingness to pay is claimed. Fee design needs review with licensed notary offices and applicable rules before any offer.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Forward-looking proposal, not a delivery promise or completed certification. No pilot agreements, user-research findings, regulated signing integrations, mainnet launch or commercial scale are claimed. Source for present capabilities: repo README and docs/design/final/README.md.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Call to action proposes discussions with licensed notary offices and product/security reviewers. No existing partnerships or endorsements implied. Demo: https://trustify-notary.vercel.app. Contact: https://www.linkedin.com/in/sloweyne/. Source: https://github.com/sloweyyy/Trustify-Frontend and https://github.com/sloweyyy/Trustify-Backend. The current public demo simulates payments and uses Supabase Storage. Maintainer configuration check: https://github.com/sloweyyy/Trustify-Frontend/pull/50. Deck updated25October2026.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a43f89cae7d488a"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c5a5934e74af4040"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6a86a7bd296f4cb7"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32a7865c4e4747da"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48a37c455c4f4364"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7d3ad9eb91a144e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99EA64F-7F90-4C51-8314-9FFC025A3963}"/>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D121FBFF-B982-44BC-B4F8-7AFCC4D4660B}"/>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44FDA90C-F65D-4425-A52A-CEE5E71209DE}"/>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FFCD74B-F0BE-4A36-850B-11435E45B04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B901BCE0-D499-4B99-A599-3F7E0A8DCB02}"/>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50882001-4222-4386-9AC7-194317571D7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AA9071A-B1BE-4EF7-8034-AB256E62CA9E}"/>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EEAA6425-1B2C-4053-BD05-45F0C65705AB}"/>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3A0F751-A0DA-4D22-AD6D-9CD316AE09B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AE9946E-0B09-4713-BCC2-91C4D8EDBB2D}"/>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9e40b8d7ce3458d" /><Relationship Type="http://schemas.openxmlformats.org/officeDocument/2006/relationships/slideLayout" Target="/ppt/slideLayouts/slideLayout1.xml" Id="Rb002474a746c4769" /><Relationship Type="http://schemas.openxmlformats.org/officeDocument/2006/relationships/slideLayout" Target="/ppt/slideLayouts/slideLayout2.xml" Id="Reafe9b5bf9c84716" /><Relationship Type="http://schemas.openxmlformats.org/officeDocument/2006/relationships/slideLayout" Target="/ppt/slideLayouts/slideLayout3.xml" Id="Rb19bc67969594272" /><Relationship Type="http://schemas.openxmlformats.org/officeDocument/2006/relationships/slideLayout" Target="/ppt/slideLayouts/slideLayout4.xml" Id="R68fb8bd9e4974a95" /><Relationship Type="http://schemas.openxmlformats.org/officeDocument/2006/relationships/slideLayout" Target="/ppt/slideLayouts/slideLayout5.xml" Id="Rd33438a829ab436c" /><Relationship Type="http://schemas.openxmlformats.org/officeDocument/2006/relationships/slideLayout" Target="/ppt/slideLayouts/slideLayout6.xml" Id="Rcdac3e41dc2f435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002474a746c4769"/>
    <p:sldLayoutId xmlns:r="http://schemas.openxmlformats.org/officeDocument/2006/relationships" id="2147483650" r:id="Reafe9b5bf9c84716"/>
    <p:sldLayoutId xmlns:r="http://schemas.openxmlformats.org/officeDocument/2006/relationships" id="2147483651" r:id="Rb19bc67969594272"/>
    <p:sldLayoutId xmlns:r="http://schemas.openxmlformats.org/officeDocument/2006/relationships" id="2147483652" r:id="R68fb8bd9e4974a95"/>
    <p:sldLayoutId xmlns:r="http://schemas.openxmlformats.org/officeDocument/2006/relationships" id="2147483653" r:id="Rd33438a829ab436c"/>
    <p:sldLayoutId xmlns:r="http://schemas.openxmlformats.org/officeDocument/2006/relationships" id="2147483654" r:id="Rcdac3e41dc2f435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9e99184a09d64328" /><Relationship Type="http://schemas.openxmlformats.org/officeDocument/2006/relationships/image" Target="/ppt/media/image.png" Id="R11b7c8cf56b54d0a" /><Relationship Type="http://schemas.openxmlformats.org/officeDocument/2006/relationships/image" Target="/ppt/media/image.svg" Id="Rfda0b987cd9a4311" /><Relationship Type="http://schemas.openxmlformats.org/officeDocument/2006/relationships/image" Target="/ppt/media/image2.png" Id="Rffde4868e8a049fe" /><Relationship Type="http://schemas.openxmlformats.org/officeDocument/2006/relationships/notesSlide" Target="/ppt/notesSlides/notesSlide1.xml" Id="Ree8202eec45445e0"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0bf17c200ef047fd" /><Relationship Type="http://schemas.openxmlformats.org/officeDocument/2006/relationships/image" Target="/ppt/media/image3.png" Id="R0c6c78e27e894b9f" /><Relationship Type="http://schemas.openxmlformats.org/officeDocument/2006/relationships/image" Target="/ppt/media/image2.svg" Id="R96294a99041945ab" /><Relationship Type="http://schemas.openxmlformats.org/officeDocument/2006/relationships/notesSlide" Target="/ppt/notesSlides/notesSlide2.xml" Id="Rcf52248288524356"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2c35f2c558e443f2" /><Relationship Type="http://schemas.openxmlformats.org/officeDocument/2006/relationships/image" Target="/ppt/media/image4.png" Id="R08b7e7e9a0f14400" /><Relationship Type="http://schemas.openxmlformats.org/officeDocument/2006/relationships/image" Target="/ppt/media/image3.svg" Id="R3cbb914746104f65" /><Relationship Type="http://schemas.openxmlformats.org/officeDocument/2006/relationships/notesSlide" Target="/ppt/notesSlides/notesSlide3.xml" Id="R9818d4f8b5f34971"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21f8b6de1b384370" /><Relationship Type="http://schemas.openxmlformats.org/officeDocument/2006/relationships/image" Target="/ppt/media/image5.png" Id="R2ca089fb2078424a" /><Relationship Type="http://schemas.openxmlformats.org/officeDocument/2006/relationships/image" Target="/ppt/media/image4.svg" Id="R2e870fdf6a3f4d05" /><Relationship Type="http://schemas.openxmlformats.org/officeDocument/2006/relationships/image" Target="/ppt/media/image6.png" Id="R76dae6be98d442d1" /><Relationship Type="http://schemas.openxmlformats.org/officeDocument/2006/relationships/notesSlide" Target="/ppt/notesSlides/notesSlide4.xml" Id="Rd3bfb4ad3a5b4378"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492c8857b6394f3d" /><Relationship Type="http://schemas.openxmlformats.org/officeDocument/2006/relationships/image" Target="/ppt/media/image7.png" Id="R1ed75f54b08f4a15" /><Relationship Type="http://schemas.openxmlformats.org/officeDocument/2006/relationships/image" Target="/ppt/media/image5.svg" Id="Rdc833d34c6d84618" /><Relationship Type="http://schemas.openxmlformats.org/officeDocument/2006/relationships/image" Target="/ppt/media/image8.png" Id="Rd4a7ab1d8ac843d2" /><Relationship Type="http://schemas.openxmlformats.org/officeDocument/2006/relationships/image" Target="/ppt/media/image9.png" Id="R491b0286f12a4481" /><Relationship Type="http://schemas.openxmlformats.org/officeDocument/2006/relationships/notesSlide" Target="/ppt/notesSlides/notesSlide5.xml" Id="Rdfd9c760c0414f22"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36529c49f1414050" /><Relationship Type="http://schemas.openxmlformats.org/officeDocument/2006/relationships/image" Target="/ppt/media/image10.png" Id="Ra4ee8eaf03844052" /><Relationship Type="http://schemas.openxmlformats.org/officeDocument/2006/relationships/image" Target="/ppt/media/image6.svg" Id="R94b1b4f21e0241a5" /><Relationship Type="http://schemas.openxmlformats.org/officeDocument/2006/relationships/image" Target="/ppt/media/image11.png" Id="R7e421a90b4e54d2b" /><Relationship Type="http://schemas.openxmlformats.org/officeDocument/2006/relationships/notesSlide" Target="/ppt/notesSlides/notesSlide6.xml" Id="Re80501ced3ed4e93"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357833de897c4067" /><Relationship Type="http://schemas.openxmlformats.org/officeDocument/2006/relationships/image" Target="/ppt/media/image12.png" Id="R9b4fbdb1fb44434b" /><Relationship Type="http://schemas.openxmlformats.org/officeDocument/2006/relationships/image" Target="/ppt/media/image7.svg" Id="Rce378ebae1f540d6" /><Relationship Type="http://schemas.openxmlformats.org/officeDocument/2006/relationships/image" Target="/ppt/media/image13.png" Id="R0a32ae08891e4c93" /><Relationship Type="http://schemas.openxmlformats.org/officeDocument/2006/relationships/notesSlide" Target="/ppt/notesSlides/notesSlide7.xml" Id="Rf39f86c39f944005"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41c072f8c09d486b" /><Relationship Type="http://schemas.openxmlformats.org/officeDocument/2006/relationships/image" Target="/ppt/media/image14.png" Id="R516ea89f15e54a99" /><Relationship Type="http://schemas.openxmlformats.org/officeDocument/2006/relationships/image" Target="/ppt/media/image8.svg" Id="R92a33ab6e6a04af4" /><Relationship Type="http://schemas.openxmlformats.org/officeDocument/2006/relationships/notesSlide" Target="/ppt/notesSlides/notesSlide8.xml" Id="R669ad2f4ace84483"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a169b4a7ae0c46bf" /><Relationship Type="http://schemas.openxmlformats.org/officeDocument/2006/relationships/image" Target="/ppt/media/image15.png" Id="R0922117a9d8e4c14" /><Relationship Type="http://schemas.openxmlformats.org/officeDocument/2006/relationships/image" Target="/ppt/media/image9.svg" Id="Rc4e4e2fa35334437" /><Relationship Type="http://schemas.openxmlformats.org/officeDocument/2006/relationships/notesSlide" Target="/ppt/notesSlides/notesSlide9.xml" Id="Re4684bac600e410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accfbe7683c24198" /><Relationship Type="http://schemas.openxmlformats.org/officeDocument/2006/relationships/image" Target="/ppt/media/image16.png" Id="R4de3adb746eb4e8d" /><Relationship Type="http://schemas.openxmlformats.org/officeDocument/2006/relationships/image" Target="/ppt/media/image10.svg" Id="Rd0c5423e34c54705" /><Relationship Type="http://schemas.openxmlformats.org/officeDocument/2006/relationships/notesSlide" Target="/ppt/notesSlides/notesSlide10.xml" Id="R785da6061ed64af6"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b80cfe16c7224171" /><Relationship Type="http://schemas.openxmlformats.org/officeDocument/2006/relationships/image" Target="/ppt/media/image17.png" Id="R5d7c6c93870e4591" /><Relationship Type="http://schemas.openxmlformats.org/officeDocument/2006/relationships/image" Target="/ppt/media/image11.svg" Id="R73af28bc109e49ff" /><Relationship Type="http://schemas.openxmlformats.org/officeDocument/2006/relationships/notesSlide" Target="/ppt/notesSlides/notesSlide11.xml" Id="R6cab562326dc4d82"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bdb032ceedee411d" /><Relationship Type="http://schemas.openxmlformats.org/officeDocument/2006/relationships/image" Target="/ppt/media/image18.png" Id="Ra6a04bb5c3124055" /><Relationship Type="http://schemas.openxmlformats.org/officeDocument/2006/relationships/image" Target="/ppt/media/image12.svg" Id="Rfe9ee70ee79540c4" /><Relationship Type="http://schemas.openxmlformats.org/officeDocument/2006/relationships/notesSlide" Target="/ppt/notesSlides/notesSlide12.xml" Id="R749dc0aaab1d45d7" /></Relationships>
</file>

<file path=ppt/slides/slide1.xml><?xml version="1.0" encoding="utf-8"?>
<p:sld xmlns:p="http://schemas.openxmlformats.org/presentationml/2006/main">
  <p:cSld>
    <p:bg>
      <p:bgPr>
        <a:solidFill xmlns:a="http://schemas.openxmlformats.org/drawingml/2006/main">
          <a:srgbClr val="74142A"/>
        </a:solidFill>
      </p:bgPr>
    </p:bg>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9FBE619B-5DD1-48EA-8A18-ECEBD65A9BFA}"/>
              </a:ext>
            </a:extLst>
          </p:cNvPr>
          <p:cNvPicPr>
            <a:picLocks xmlns:a="http://schemas.openxmlformats.org/drawingml/2006/main" noChangeAspect="1"/>
          </p:cNvPicPr>
          <p:nvPr/>
        </p:nvPicPr>
        <p:blipFill>
          <a:blip xmlns:r="http://schemas.openxmlformats.org/officeDocument/2006/relationships" xmlns:a="http://schemas.openxmlformats.org/drawingml/2006/main" r:embed="R11b7c8cf56b54d0a">
            <a:extLst>
              <a:ext uri="{96DAC541-7B7A-43D3-8B79-37D633B846F1}">
                <asvg:svgBlip xmlns:asvg="http://schemas.microsoft.com/office/drawing/2016/SVG/main" r:embed="Rfda0b987cd9a4311"/>
              </a:ext>
            </a:extLst>
          </a:blip>
          <a:stretch xmlns:a="http://schemas.openxmlformats.org/drawingml/2006/main"/>
        </p:blipFill>
        <p:spPr>
          <a:xfrm xmlns:a="http://schemas.openxmlformats.org/drawingml/2006/main">
            <a:off x="609600" y="323850"/>
            <a:ext cx="1495425" cy="419100"/>
          </a:xfrm>
          <a:prstGeom xmlns:a="http://schemas.openxmlformats.org/drawingml/2006/main" prst="rect">
            <a:avLst/>
          </a:prstGeom>
        </p:spPr>
      </p:pic>
      <p:sp>
        <p:nvSpPr>
          <p:cNvPr id="2" name="page">
            <a:extLst xmlns:a="http://schemas.openxmlformats.org/drawingml/2006/main">
              <a:ext uri="{FF2B5EF4-FFF2-40B4-BE49-F238E27FC236}">
                <a16:creationId xmlns:a16="http://schemas.microsoft.com/office/drawing/2014/main" id="{401AD806-996B-41A0-9067-40DB6CFA6F46}"/>
              </a:ext>
            </a:extLst>
          </p:cNvPr>
          <p:cNvSpPr>
            <a:spLocks xmlns:a="http://schemas.openxmlformats.org/drawingml/2006/main" noGrp="1"/>
          </p:cNvSpPr>
          <p:nvPr/>
        </p:nvSpPr>
        <p:spPr>
          <a:xfrm xmlns:a="http://schemas.openxmlformats.org/drawingml/2006/main">
            <a:off x="11144250" y="6315075"/>
            <a:ext cx="4381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a:solidFill>
                  <a:srgbClr val="F1DCE2"/>
                </a:solidFill>
                <a:latin typeface="Be Vietnam Pro"/>
                <a:ea typeface="Be Vietnam Pro"/>
                <a:cs typeface="Be Vietnam Pro"/>
              </a:defRPr>
            </a:defPPr>
            <a:lvl1pPr>
              <a:defRPr sz="1200">
                <a:solidFill>
                  <a:srgbClr val="F1DCE2"/>
                </a:solidFill>
                <a:latin typeface="Be Vietnam Pro"/>
                <a:ea typeface="Be Vietnam Pro"/>
                <a:cs typeface="Be Vietnam Pro"/>
              </a:defRPr>
            </a:lvl1pPr>
            <a:lvl2pPr>
              <a:defRPr sz="1200">
                <a:solidFill>
                  <a:srgbClr val="F1DCE2"/>
                </a:solidFill>
                <a:latin typeface="Be Vietnam Pro"/>
                <a:ea typeface="Be Vietnam Pro"/>
                <a:cs typeface="Be Vietnam Pro"/>
              </a:defRPr>
            </a:lvl2pPr>
            <a:lvl3pPr>
              <a:defRPr sz="1200">
                <a:solidFill>
                  <a:srgbClr val="F1DCE2"/>
                </a:solidFill>
                <a:latin typeface="Be Vietnam Pro"/>
                <a:ea typeface="Be Vietnam Pro"/>
                <a:cs typeface="Be Vietnam Pro"/>
              </a:defRPr>
            </a:lvl3pPr>
            <a:lvl4pPr>
              <a:defRPr sz="1200">
                <a:solidFill>
                  <a:srgbClr val="F1DCE2"/>
                </a:solidFill>
                <a:latin typeface="Be Vietnam Pro"/>
                <a:ea typeface="Be Vietnam Pro"/>
                <a:cs typeface="Be Vietnam Pro"/>
              </a:defRPr>
            </a:lvl4pPr>
            <a:lvl5pPr>
              <a:defRPr sz="1200">
                <a:solidFill>
                  <a:srgbClr val="F1DCE2"/>
                </a:solidFill>
                <a:latin typeface="Be Vietnam Pro"/>
                <a:ea typeface="Be Vietnam Pro"/>
                <a:cs typeface="Be Vietnam Pro"/>
              </a:defRPr>
            </a:lvl5pPr>
            <a:lvl6pPr>
              <a:defRPr sz="1200">
                <a:solidFill>
                  <a:srgbClr val="F1DCE2"/>
                </a:solidFill>
                <a:latin typeface="Be Vietnam Pro"/>
                <a:ea typeface="Be Vietnam Pro"/>
                <a:cs typeface="Be Vietnam Pro"/>
              </a:defRPr>
            </a:lvl6pPr>
            <a:lvl7pPr>
              <a:defRPr sz="1200">
                <a:solidFill>
                  <a:srgbClr val="F1DCE2"/>
                </a:solidFill>
                <a:latin typeface="Be Vietnam Pro"/>
                <a:ea typeface="Be Vietnam Pro"/>
                <a:cs typeface="Be Vietnam Pro"/>
              </a:defRPr>
            </a:lvl7pPr>
            <a:lvl8pPr>
              <a:defRPr sz="1200">
                <a:solidFill>
                  <a:srgbClr val="F1DCE2"/>
                </a:solidFill>
                <a:latin typeface="Be Vietnam Pro"/>
                <a:ea typeface="Be Vietnam Pro"/>
                <a:cs typeface="Be Vietnam Pro"/>
              </a:defRPr>
            </a:lvl8pPr>
            <a:lvl9pPr>
              <a:defRPr sz="1200">
                <a:solidFill>
                  <a:srgbClr val="F1DCE2"/>
                </a:solidFill>
                <a:latin typeface="Be Vietnam Pro"/>
                <a:ea typeface="Be Vietnam Pro"/>
                <a:cs typeface="Be Vietnam Pro"/>
              </a:defRPr>
            </a:lvl9pPr>
          </a:lstStyle>
          <a:p xmlns:a="http://schemas.openxmlformats.org/drawingml/2006/main">
            <a:pPr>
              <a:defRPr sz="1200">
                <a:solidFill>
                  <a:srgbClr val="F1DCE2"/>
                </a:solidFill>
                <a:latin typeface="Be Vietnam Pro"/>
                <a:ea typeface="Be Vietnam Pro"/>
                <a:cs typeface="Be Vietnam Pro"/>
              </a:defRPr>
            </a:pPr>
            <a:r>
              <a:rPr sz="1200">
                <a:solidFill>
                  <a:srgbClr val="F1DCE2"/>
                </a:solidFill>
                <a:latin typeface="Be Vietnam Pro"/>
                <a:ea typeface="Be Vietnam Pro"/>
                <a:cs typeface="Be Vietnam Pro"/>
              </a:rPr>
              <a:t>01</a:t>
            </a:r>
          </a:p>
        </p:txBody>
      </p:sp>
      <p:sp>
        <p:nvSpPr>
          <p:cNvPr id="3" name="title">
            <a:extLst xmlns:a="http://schemas.openxmlformats.org/drawingml/2006/main">
              <a:ext uri="{FF2B5EF4-FFF2-40B4-BE49-F238E27FC236}">
                <a16:creationId xmlns:a16="http://schemas.microsoft.com/office/drawing/2014/main" id="{DC53EAAF-FC4D-4697-8F86-21B3EAE37595}"/>
              </a:ext>
            </a:extLst>
          </p:cNvPr>
          <p:cNvSpPr>
            <a:spLocks xmlns:a="http://schemas.openxmlformats.org/drawingml/2006/main" noGrp="1"/>
          </p:cNvSpPr>
          <p:nvPr/>
        </p:nvSpPr>
        <p:spPr>
          <a:xfrm xmlns:a="http://schemas.openxmlformats.org/drawingml/2006/main">
            <a:off x="609600" y="1333500"/>
            <a:ext cx="5048250" cy="2524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4500" b="1">
                <a:solidFill>
                  <a:srgbClr val="FFFFFF"/>
                </a:solidFill>
                <a:latin typeface="Be Vietnam Pro"/>
                <a:ea typeface="Be Vietnam Pro"/>
                <a:cs typeface="Be Vietnam Pro"/>
              </a:defRPr>
            </a:defPPr>
            <a:lvl1pPr>
              <a:defRPr sz="4500" b="1">
                <a:solidFill>
                  <a:srgbClr val="FFFFFF"/>
                </a:solidFill>
                <a:latin typeface="Be Vietnam Pro"/>
                <a:ea typeface="Be Vietnam Pro"/>
                <a:cs typeface="Be Vietnam Pro"/>
              </a:defRPr>
            </a:lvl1pPr>
            <a:lvl2pPr>
              <a:defRPr sz="4500" b="1">
                <a:solidFill>
                  <a:srgbClr val="FFFFFF"/>
                </a:solidFill>
                <a:latin typeface="Be Vietnam Pro"/>
                <a:ea typeface="Be Vietnam Pro"/>
                <a:cs typeface="Be Vietnam Pro"/>
              </a:defRPr>
            </a:lvl2pPr>
            <a:lvl3pPr>
              <a:defRPr sz="4500" b="1">
                <a:solidFill>
                  <a:srgbClr val="FFFFFF"/>
                </a:solidFill>
                <a:latin typeface="Be Vietnam Pro"/>
                <a:ea typeface="Be Vietnam Pro"/>
                <a:cs typeface="Be Vietnam Pro"/>
              </a:defRPr>
            </a:lvl3pPr>
            <a:lvl4pPr>
              <a:defRPr sz="4500" b="1">
                <a:solidFill>
                  <a:srgbClr val="FFFFFF"/>
                </a:solidFill>
                <a:latin typeface="Be Vietnam Pro"/>
                <a:ea typeface="Be Vietnam Pro"/>
                <a:cs typeface="Be Vietnam Pro"/>
              </a:defRPr>
            </a:lvl4pPr>
            <a:lvl5pPr>
              <a:defRPr sz="4500" b="1">
                <a:solidFill>
                  <a:srgbClr val="FFFFFF"/>
                </a:solidFill>
                <a:latin typeface="Be Vietnam Pro"/>
                <a:ea typeface="Be Vietnam Pro"/>
                <a:cs typeface="Be Vietnam Pro"/>
              </a:defRPr>
            </a:lvl5pPr>
            <a:lvl6pPr>
              <a:defRPr sz="4500" b="1">
                <a:solidFill>
                  <a:srgbClr val="FFFFFF"/>
                </a:solidFill>
                <a:latin typeface="Be Vietnam Pro"/>
                <a:ea typeface="Be Vietnam Pro"/>
                <a:cs typeface="Be Vietnam Pro"/>
              </a:defRPr>
            </a:lvl6pPr>
            <a:lvl7pPr>
              <a:defRPr sz="4500" b="1">
                <a:solidFill>
                  <a:srgbClr val="FFFFFF"/>
                </a:solidFill>
                <a:latin typeface="Be Vietnam Pro"/>
                <a:ea typeface="Be Vietnam Pro"/>
                <a:cs typeface="Be Vietnam Pro"/>
              </a:defRPr>
            </a:lvl7pPr>
            <a:lvl8pPr>
              <a:defRPr sz="4500" b="1">
                <a:solidFill>
                  <a:srgbClr val="FFFFFF"/>
                </a:solidFill>
                <a:latin typeface="Be Vietnam Pro"/>
                <a:ea typeface="Be Vietnam Pro"/>
                <a:cs typeface="Be Vietnam Pro"/>
              </a:defRPr>
            </a:lvl8pPr>
            <a:lvl9pPr>
              <a:defRPr sz="4500" b="1">
                <a:solidFill>
                  <a:srgbClr val="FFFFFF"/>
                </a:solidFill>
                <a:latin typeface="Be Vietnam Pro"/>
                <a:ea typeface="Be Vietnam Pro"/>
                <a:cs typeface="Be Vietnam Pro"/>
              </a:defRPr>
            </a:lvl9pPr>
          </a:lstStyle>
          <a:p xmlns:a="http://schemas.openxmlformats.org/drawingml/2006/main">
            <a:pPr>
              <a:lnSpc>
                <a:spcPct val="116000"/>
              </a:lnSpc>
              <a:buNone/>
              <a:defRPr sz="4500" b="1">
                <a:solidFill>
                  <a:srgbClr val="FFFFFF"/>
                </a:solidFill>
                <a:latin typeface="Be Vietnam Pro"/>
                <a:ea typeface="Be Vietnam Pro"/>
                <a:cs typeface="Be Vietnam Pro"/>
              </a:defRPr>
            </a:pPr>
            <a:r>
              <a:rPr sz="4500" b="1">
                <a:solidFill>
                  <a:srgbClr val="FFFFFF"/>
                </a:solidFill>
                <a:latin typeface="Be Vietnam Pro"/>
                <a:ea typeface="Be Vietnam Pro"/>
                <a:cs typeface="Be Vietnam Pro"/>
              </a:rPr>
              <a:t>Online</a:t>
            </a:r>
          </a:p>
          <a:p xmlns:a="http://schemas.openxmlformats.org/drawingml/2006/main">
            <a:pPr>
              <a:lnSpc>
                <a:spcPct val="116000"/>
              </a:lnSpc>
              <a:buNone/>
              <a:defRPr sz="4500" b="1">
                <a:solidFill>
                  <a:srgbClr val="FFFFFF"/>
                </a:solidFill>
                <a:latin typeface="Be Vietnam Pro"/>
                <a:ea typeface="Be Vietnam Pro"/>
                <a:cs typeface="Be Vietnam Pro"/>
              </a:defRPr>
            </a:pPr>
            <a:r>
              <a:rPr sz="4500" b="1">
                <a:solidFill>
                  <a:srgbClr val="FFFFFF"/>
                </a:solidFill>
                <a:latin typeface="Be Vietnam Pro"/>
                <a:ea typeface="Be Vietnam Pro"/>
                <a:cs typeface="Be Vietnam Pro"/>
              </a:rPr>
              <a:t>notarization</a:t>
            </a:r>
          </a:p>
          <a:p xmlns:a="http://schemas.openxmlformats.org/drawingml/2006/main">
            <a:pPr>
              <a:lnSpc>
                <a:spcPct val="116000"/>
              </a:lnSpc>
              <a:buNone/>
              <a:defRPr sz="4500" b="1">
                <a:solidFill>
                  <a:srgbClr val="FFFFFF"/>
                </a:solidFill>
                <a:latin typeface="Be Vietnam Pro"/>
                <a:ea typeface="Be Vietnam Pro"/>
                <a:cs typeface="Be Vietnam Pro"/>
              </a:defRPr>
            </a:pPr>
            <a:r>
              <a:rPr sz="4500" b="1">
                <a:solidFill>
                  <a:srgbClr val="FFFFFF"/>
                </a:solidFill>
                <a:latin typeface="Be Vietnam Pro"/>
                <a:ea typeface="Be Vietnam Pro"/>
                <a:cs typeface="Be Vietnam Pro"/>
              </a:rPr>
              <a:t>for Vietnam</a:t>
            </a:r>
          </a:p>
        </p:txBody>
      </p:sp>
      <p:sp>
        <p:nvSpPr>
          <p:cNvPr id="4" name="body">
            <a:extLst xmlns:a="http://schemas.openxmlformats.org/drawingml/2006/main">
              <a:ext uri="{FF2B5EF4-FFF2-40B4-BE49-F238E27FC236}">
                <a16:creationId xmlns:a16="http://schemas.microsoft.com/office/drawing/2014/main" id="{5BC1DC0E-F9C5-4EA3-94A2-1B2EBF9861BA}"/>
              </a:ext>
            </a:extLst>
          </p:cNvPr>
          <p:cNvSpPr>
            <a:spLocks xmlns:a="http://schemas.openxmlformats.org/drawingml/2006/main" noGrp="1"/>
          </p:cNvSpPr>
          <p:nvPr/>
        </p:nvSpPr>
        <p:spPr>
          <a:xfrm xmlns:a="http://schemas.openxmlformats.org/drawingml/2006/main">
            <a:off x="609600" y="4257675"/>
            <a:ext cx="4762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F1DCE2"/>
                </a:solidFill>
                <a:latin typeface="Be Vietnam Pro"/>
                <a:ea typeface="Be Vietnam Pro"/>
                <a:cs typeface="Be Vietnam Pro"/>
              </a:defRPr>
            </a:defPPr>
            <a:lvl1pPr>
              <a:defRPr sz="2175" b="0">
                <a:solidFill>
                  <a:srgbClr val="F1DCE2"/>
                </a:solidFill>
                <a:latin typeface="Be Vietnam Pro"/>
                <a:ea typeface="Be Vietnam Pro"/>
                <a:cs typeface="Be Vietnam Pro"/>
              </a:defRPr>
            </a:lvl1pPr>
            <a:lvl2pPr>
              <a:defRPr sz="2175" b="0">
                <a:solidFill>
                  <a:srgbClr val="F1DCE2"/>
                </a:solidFill>
                <a:latin typeface="Be Vietnam Pro"/>
                <a:ea typeface="Be Vietnam Pro"/>
                <a:cs typeface="Be Vietnam Pro"/>
              </a:defRPr>
            </a:lvl2pPr>
            <a:lvl3pPr>
              <a:defRPr sz="2175" b="0">
                <a:solidFill>
                  <a:srgbClr val="F1DCE2"/>
                </a:solidFill>
                <a:latin typeface="Be Vietnam Pro"/>
                <a:ea typeface="Be Vietnam Pro"/>
                <a:cs typeface="Be Vietnam Pro"/>
              </a:defRPr>
            </a:lvl3pPr>
            <a:lvl4pPr>
              <a:defRPr sz="2175" b="0">
                <a:solidFill>
                  <a:srgbClr val="F1DCE2"/>
                </a:solidFill>
                <a:latin typeface="Be Vietnam Pro"/>
                <a:ea typeface="Be Vietnam Pro"/>
                <a:cs typeface="Be Vietnam Pro"/>
              </a:defRPr>
            </a:lvl4pPr>
            <a:lvl5pPr>
              <a:defRPr sz="2175" b="0">
                <a:solidFill>
                  <a:srgbClr val="F1DCE2"/>
                </a:solidFill>
                <a:latin typeface="Be Vietnam Pro"/>
                <a:ea typeface="Be Vietnam Pro"/>
                <a:cs typeface="Be Vietnam Pro"/>
              </a:defRPr>
            </a:lvl5pPr>
            <a:lvl6pPr>
              <a:defRPr sz="2175" b="0">
                <a:solidFill>
                  <a:srgbClr val="F1DCE2"/>
                </a:solidFill>
                <a:latin typeface="Be Vietnam Pro"/>
                <a:ea typeface="Be Vietnam Pro"/>
                <a:cs typeface="Be Vietnam Pro"/>
              </a:defRPr>
            </a:lvl6pPr>
            <a:lvl7pPr>
              <a:defRPr sz="2175" b="0">
                <a:solidFill>
                  <a:srgbClr val="F1DCE2"/>
                </a:solidFill>
                <a:latin typeface="Be Vietnam Pro"/>
                <a:ea typeface="Be Vietnam Pro"/>
                <a:cs typeface="Be Vietnam Pro"/>
              </a:defRPr>
            </a:lvl7pPr>
            <a:lvl8pPr>
              <a:defRPr sz="2175" b="0">
                <a:solidFill>
                  <a:srgbClr val="F1DCE2"/>
                </a:solidFill>
                <a:latin typeface="Be Vietnam Pro"/>
                <a:ea typeface="Be Vietnam Pro"/>
                <a:cs typeface="Be Vietnam Pro"/>
              </a:defRPr>
            </a:lvl8pPr>
            <a:lvl9pPr>
              <a:defRPr sz="2175" b="0">
                <a:solidFill>
                  <a:srgbClr val="F1DCE2"/>
                </a:solidFill>
                <a:latin typeface="Be Vietnam Pro"/>
                <a:ea typeface="Be Vietnam Pro"/>
                <a:cs typeface="Be Vietnam Pro"/>
              </a:defRPr>
            </a:lvl9pPr>
          </a:lstStyle>
          <a:p xmlns:a="http://schemas.openxmlformats.org/drawingml/2006/main">
            <a:pPr>
              <a:lnSpc>
                <a:spcPct val="116000"/>
              </a:lnSpc>
              <a:buNone/>
              <a:defRPr sz="2175" b="0">
                <a:solidFill>
                  <a:srgbClr val="F1DCE2"/>
                </a:solidFill>
                <a:latin typeface="Be Vietnam Pro"/>
                <a:ea typeface="Be Vietnam Pro"/>
                <a:cs typeface="Be Vietnam Pro"/>
              </a:defRPr>
            </a:pPr>
            <a:r>
              <a:rPr sz="2175" b="0">
                <a:solidFill>
                  <a:srgbClr val="F1DCE2"/>
                </a:solidFill>
                <a:latin typeface="Be Vietnam Pro"/>
                <a:ea typeface="Be Vietnam Pro"/>
                <a:cs typeface="Be Vietnam Pro"/>
              </a:rPr>
              <a:t>One workflow for applicants</a:t>
            </a:r>
          </a:p>
          <a:p xmlns:a="http://schemas.openxmlformats.org/drawingml/2006/main">
            <a:pPr>
              <a:lnSpc>
                <a:spcPct val="116000"/>
              </a:lnSpc>
              <a:buNone/>
              <a:defRPr sz="2175" b="0">
                <a:solidFill>
                  <a:srgbClr val="F1DCE2"/>
                </a:solidFill>
                <a:latin typeface="Be Vietnam Pro"/>
                <a:ea typeface="Be Vietnam Pro"/>
                <a:cs typeface="Be Vietnam Pro"/>
              </a:defRPr>
            </a:pPr>
            <a:r>
              <a:rPr sz="2175" b="0">
                <a:solidFill>
                  <a:srgbClr val="F1DCE2"/>
                </a:solidFill>
                <a:latin typeface="Be Vietnam Pro"/>
                <a:ea typeface="Be Vietnam Pro"/>
                <a:cs typeface="Be Vietnam Pro"/>
              </a:rPr>
              <a:t>and notary offices.</a:t>
            </a:r>
          </a:p>
        </p:txBody>
      </p:sp>
      <p:sp>
        <p:nvSpPr>
          <p:cNvPr id="5" name="body">
            <a:extLst xmlns:a="http://schemas.openxmlformats.org/drawingml/2006/main">
              <a:ext uri="{FF2B5EF4-FFF2-40B4-BE49-F238E27FC236}">
                <a16:creationId xmlns:a16="http://schemas.microsoft.com/office/drawing/2014/main" id="{65DBCED9-A3C3-4D2C-AFE7-3648B105A966}"/>
              </a:ext>
            </a:extLst>
          </p:cNvPr>
          <p:cNvSpPr>
            <a:spLocks xmlns:a="http://schemas.openxmlformats.org/drawingml/2006/main" noGrp="1"/>
          </p:cNvSpPr>
          <p:nvPr/>
        </p:nvSpPr>
        <p:spPr>
          <a:xfrm xmlns:a="http://schemas.openxmlformats.org/drawingml/2006/main">
            <a:off x="609600" y="5476875"/>
            <a:ext cx="4000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0">
                <a:solidFill>
                  <a:srgbClr val="F1DCE2"/>
                </a:solidFill>
                <a:latin typeface="Be Vietnam Pro"/>
                <a:ea typeface="Be Vietnam Pro"/>
                <a:cs typeface="Be Vietnam Pro"/>
              </a:defRPr>
            </a:defPPr>
            <a:lvl1pPr>
              <a:defRPr sz="1425" b="0">
                <a:solidFill>
                  <a:srgbClr val="F1DCE2"/>
                </a:solidFill>
                <a:latin typeface="Be Vietnam Pro"/>
                <a:ea typeface="Be Vietnam Pro"/>
                <a:cs typeface="Be Vietnam Pro"/>
              </a:defRPr>
            </a:lvl1pPr>
            <a:lvl2pPr>
              <a:defRPr sz="1425" b="0">
                <a:solidFill>
                  <a:srgbClr val="F1DCE2"/>
                </a:solidFill>
                <a:latin typeface="Be Vietnam Pro"/>
                <a:ea typeface="Be Vietnam Pro"/>
                <a:cs typeface="Be Vietnam Pro"/>
              </a:defRPr>
            </a:lvl2pPr>
            <a:lvl3pPr>
              <a:defRPr sz="1425" b="0">
                <a:solidFill>
                  <a:srgbClr val="F1DCE2"/>
                </a:solidFill>
                <a:latin typeface="Be Vietnam Pro"/>
                <a:ea typeface="Be Vietnam Pro"/>
                <a:cs typeface="Be Vietnam Pro"/>
              </a:defRPr>
            </a:lvl3pPr>
            <a:lvl4pPr>
              <a:defRPr sz="1425" b="0">
                <a:solidFill>
                  <a:srgbClr val="F1DCE2"/>
                </a:solidFill>
                <a:latin typeface="Be Vietnam Pro"/>
                <a:ea typeface="Be Vietnam Pro"/>
                <a:cs typeface="Be Vietnam Pro"/>
              </a:defRPr>
            </a:lvl4pPr>
            <a:lvl5pPr>
              <a:defRPr sz="1425" b="0">
                <a:solidFill>
                  <a:srgbClr val="F1DCE2"/>
                </a:solidFill>
                <a:latin typeface="Be Vietnam Pro"/>
                <a:ea typeface="Be Vietnam Pro"/>
                <a:cs typeface="Be Vietnam Pro"/>
              </a:defRPr>
            </a:lvl5pPr>
            <a:lvl6pPr>
              <a:defRPr sz="1425" b="0">
                <a:solidFill>
                  <a:srgbClr val="F1DCE2"/>
                </a:solidFill>
                <a:latin typeface="Be Vietnam Pro"/>
                <a:ea typeface="Be Vietnam Pro"/>
                <a:cs typeface="Be Vietnam Pro"/>
              </a:defRPr>
            </a:lvl6pPr>
            <a:lvl7pPr>
              <a:defRPr sz="1425" b="0">
                <a:solidFill>
                  <a:srgbClr val="F1DCE2"/>
                </a:solidFill>
                <a:latin typeface="Be Vietnam Pro"/>
                <a:ea typeface="Be Vietnam Pro"/>
                <a:cs typeface="Be Vietnam Pro"/>
              </a:defRPr>
            </a:lvl7pPr>
            <a:lvl8pPr>
              <a:defRPr sz="1425" b="0">
                <a:solidFill>
                  <a:srgbClr val="F1DCE2"/>
                </a:solidFill>
                <a:latin typeface="Be Vietnam Pro"/>
                <a:ea typeface="Be Vietnam Pro"/>
                <a:cs typeface="Be Vietnam Pro"/>
              </a:defRPr>
            </a:lvl8pPr>
            <a:lvl9pPr>
              <a:defRPr sz="1425" b="0">
                <a:solidFill>
                  <a:srgbClr val="F1DCE2"/>
                </a:solidFill>
                <a:latin typeface="Be Vietnam Pro"/>
                <a:ea typeface="Be Vietnam Pro"/>
                <a:cs typeface="Be Vietnam Pro"/>
              </a:defRPr>
            </a:lvl9pPr>
          </a:lstStyle>
          <a:p xmlns:a="http://schemas.openxmlformats.org/drawingml/2006/main">
            <a:pPr>
              <a:lnSpc>
                <a:spcPct val="116000"/>
              </a:lnSpc>
              <a:buNone/>
              <a:defRPr sz="1425" b="0">
                <a:solidFill>
                  <a:srgbClr val="F1DCE2"/>
                </a:solidFill>
                <a:latin typeface="Be Vietnam Pro"/>
                <a:ea typeface="Be Vietnam Pro"/>
                <a:cs typeface="Be Vietnam Pro"/>
              </a:defRPr>
            </a:pPr>
            <a:r>
              <a:rPr sz="1425" b="0">
                <a:solidFill>
                  <a:srgbClr val="F1DCE2"/>
                </a:solidFill>
                <a:latin typeface="Be Vietnam Pro"/>
                <a:ea typeface="Be Vietnam Pro"/>
                <a:cs typeface="Be Vietnam Pro"/>
              </a:rPr>
              <a:t>Product pitch</a:t>
            </a:r>
          </a:p>
          <a:p xmlns:a="http://schemas.openxmlformats.org/drawingml/2006/main">
            <a:pPr>
              <a:lnSpc>
                <a:spcPct val="116000"/>
              </a:lnSpc>
              <a:buNone/>
              <a:defRPr sz="1425" b="0">
                <a:solidFill>
                  <a:srgbClr val="F1DCE2"/>
                </a:solidFill>
                <a:latin typeface="Be Vietnam Pro"/>
                <a:ea typeface="Be Vietnam Pro"/>
                <a:cs typeface="Be Vietnam Pro"/>
              </a:defRPr>
            </a:pPr>
            <a:r>
              <a:rPr sz="1425" b="0">
                <a:solidFill>
                  <a:srgbClr val="F1DCE2"/>
                </a:solidFill>
                <a:latin typeface="Be Vietnam Pro"/>
                <a:ea typeface="Be Vietnam Pro"/>
                <a:cs typeface="Be Vietnam Pro"/>
              </a:rPr>
              <a:t>October 2026</a:t>
            </a:r>
          </a:p>
        </p:txBody>
      </p:sp>
      <p:pic>
        <p:nvPicPr>
          <p:cNvPr id="6" name="">
            <a:extLst xmlns:a="http://schemas.openxmlformats.org/drawingml/2006/main">
              <a:ext uri="{FF2B5EF4-FFF2-40B4-BE49-F238E27FC236}">
                <a16:creationId xmlns:a16="http://schemas.microsoft.com/office/drawing/2014/main" id="{2E1AC8A9-8795-45F6-9522-77B44B35F271}"/>
              </a:ext>
            </a:extLst>
          </p:cNvPr>
          <p:cNvPicPr>
            <a:picLocks xmlns:a="http://schemas.openxmlformats.org/drawingml/2006/main" noChangeAspect="1"/>
          </p:cNvPicPr>
          <p:nvPr/>
        </p:nvPicPr>
        <p:blipFill>
          <a:blip xmlns:r="http://schemas.openxmlformats.org/officeDocument/2006/relationships" xmlns:a="http://schemas.openxmlformats.org/drawingml/2006/main" r:embed="Rffde4868e8a049fe"/>
          <a:stretch xmlns:a="http://schemas.openxmlformats.org/drawingml/2006/main"/>
        </p:blipFill>
        <p:spPr>
          <a:xfrm xmlns:a="http://schemas.openxmlformats.org/drawingml/2006/main">
            <a:off x="6076950" y="1698360"/>
            <a:ext cx="5505450" cy="3823229"/>
          </a:xfrm>
          <a:prstGeom xmlns:a="http://schemas.openxmlformats.org/drawingml/2006/main" prst="rect">
            <a:avLst/>
          </a:prstGeom>
        </p:spPr>
      </p:pic>
    </p:spTree>
    <p:extLst>
      <p:ext uri="{BB962C8B-B14F-4D97-AF65-F5344CB8AC3E}">
        <p14:creationId xmlns:p14="http://schemas.microsoft.com/office/powerpoint/2010/main" val="552849572"/>
      </p:ext>
    </p:extLst>
  </p:cSld>
</p:sld>
</file>

<file path=ppt/slides/slide2.xml><?xml version="1.0" encoding="utf-8"?>
<p:sld xmlns:p="http://schemas.openxmlformats.org/presentationml/2006/main">
  <p:cSld>
    <p:bg>
      <p:bgPr>
        <a:solidFill xmlns:a="http://schemas.openxmlformats.org/drawingml/2006/main">
          <a:srgbClr val="FAF8F5"/>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C5DE6C04-BCD4-4F58-84E2-FCF695AE238B}"/>
              </a:ext>
            </a:extLst>
          </p:cNvPr>
          <p:cNvPicPr>
            <a:picLocks xmlns:a="http://schemas.openxmlformats.org/drawingml/2006/main" noChangeAspect="1"/>
          </p:cNvPicPr>
          <p:nvPr/>
        </p:nvPicPr>
        <p:blipFill>
          <a:blip xmlns:r="http://schemas.openxmlformats.org/officeDocument/2006/relationships" xmlns:a="http://schemas.openxmlformats.org/drawingml/2006/main" r:embed="R0c6c78e27e894b9f">
            <a:extLst>
              <a:ext uri="{96DAC541-7B7A-43D3-8B79-37D633B846F1}">
                <asvg:svgBlip xmlns:asvg="http://schemas.microsoft.com/office/drawing/2016/SVG/main" r:embed="R96294a99041945ab"/>
              </a:ext>
            </a:extLst>
          </a:blip>
          <a:stretch xmlns:a="http://schemas.openxmlformats.org/drawingml/2006/main"/>
        </p:blipFill>
        <p:spPr>
          <a:xfrm xmlns:a="http://schemas.openxmlformats.org/drawingml/2006/main">
            <a:off x="609600" y="323850"/>
            <a:ext cx="1495425" cy="419100"/>
          </a:xfrm>
          <a:prstGeom xmlns:a="http://schemas.openxmlformats.org/drawingml/2006/main" prst="rect">
            <a:avLst/>
          </a:prstGeom>
        </p:spPr>
      </p:pic>
      <p:sp>
        <p:nvSpPr>
          <p:cNvPr id="2" name="title">
            <a:extLst xmlns:a="http://schemas.openxmlformats.org/drawingml/2006/main">
              <a:ext uri="{FF2B5EF4-FFF2-40B4-BE49-F238E27FC236}">
                <a16:creationId xmlns:a16="http://schemas.microsoft.com/office/drawing/2014/main" id="{B5111A39-06CF-4B76-8E81-6026888F8C4D}"/>
              </a:ext>
            </a:extLst>
          </p:cNvPr>
          <p:cNvSpPr>
            <a:spLocks xmlns:a="http://schemas.openxmlformats.org/drawingml/2006/main" noGrp="1"/>
          </p:cNvSpPr>
          <p:nvPr/>
        </p:nvSpPr>
        <p:spPr>
          <a:xfrm xmlns:a="http://schemas.openxmlformats.org/drawingml/2006/main">
            <a:off x="609600" y="1066800"/>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675" b="1">
                <a:solidFill>
                  <a:srgbClr val="25222A"/>
                </a:solidFill>
                <a:latin typeface="Be Vietnam Pro"/>
                <a:ea typeface="Be Vietnam Pro"/>
                <a:cs typeface="Be Vietnam Pro"/>
              </a:defRPr>
            </a:defPPr>
            <a:lvl1pPr>
              <a:defRPr sz="3675" b="1">
                <a:solidFill>
                  <a:srgbClr val="25222A"/>
                </a:solidFill>
                <a:latin typeface="Be Vietnam Pro"/>
                <a:ea typeface="Be Vietnam Pro"/>
                <a:cs typeface="Be Vietnam Pro"/>
              </a:defRPr>
            </a:lvl1pPr>
            <a:lvl2pPr>
              <a:defRPr sz="3675" b="1">
                <a:solidFill>
                  <a:srgbClr val="25222A"/>
                </a:solidFill>
                <a:latin typeface="Be Vietnam Pro"/>
                <a:ea typeface="Be Vietnam Pro"/>
                <a:cs typeface="Be Vietnam Pro"/>
              </a:defRPr>
            </a:lvl2pPr>
            <a:lvl3pPr>
              <a:defRPr sz="3675" b="1">
                <a:solidFill>
                  <a:srgbClr val="25222A"/>
                </a:solidFill>
                <a:latin typeface="Be Vietnam Pro"/>
                <a:ea typeface="Be Vietnam Pro"/>
                <a:cs typeface="Be Vietnam Pro"/>
              </a:defRPr>
            </a:lvl3pPr>
            <a:lvl4pPr>
              <a:defRPr sz="3675" b="1">
                <a:solidFill>
                  <a:srgbClr val="25222A"/>
                </a:solidFill>
                <a:latin typeface="Be Vietnam Pro"/>
                <a:ea typeface="Be Vietnam Pro"/>
                <a:cs typeface="Be Vietnam Pro"/>
              </a:defRPr>
            </a:lvl4pPr>
            <a:lvl5pPr>
              <a:defRPr sz="3675" b="1">
                <a:solidFill>
                  <a:srgbClr val="25222A"/>
                </a:solidFill>
                <a:latin typeface="Be Vietnam Pro"/>
                <a:ea typeface="Be Vietnam Pro"/>
                <a:cs typeface="Be Vietnam Pro"/>
              </a:defRPr>
            </a:lvl5pPr>
            <a:lvl6pPr>
              <a:defRPr sz="3675" b="1">
                <a:solidFill>
                  <a:srgbClr val="25222A"/>
                </a:solidFill>
                <a:latin typeface="Be Vietnam Pro"/>
                <a:ea typeface="Be Vietnam Pro"/>
                <a:cs typeface="Be Vietnam Pro"/>
              </a:defRPr>
            </a:lvl6pPr>
            <a:lvl7pPr>
              <a:defRPr sz="3675" b="1">
                <a:solidFill>
                  <a:srgbClr val="25222A"/>
                </a:solidFill>
                <a:latin typeface="Be Vietnam Pro"/>
                <a:ea typeface="Be Vietnam Pro"/>
                <a:cs typeface="Be Vietnam Pro"/>
              </a:defRPr>
            </a:lvl7pPr>
            <a:lvl8pPr>
              <a:defRPr sz="3675" b="1">
                <a:solidFill>
                  <a:srgbClr val="25222A"/>
                </a:solidFill>
                <a:latin typeface="Be Vietnam Pro"/>
                <a:ea typeface="Be Vietnam Pro"/>
                <a:cs typeface="Be Vietnam Pro"/>
              </a:defRPr>
            </a:lvl8pPr>
            <a:lvl9pPr>
              <a:defRPr sz="3675" b="1">
                <a:solidFill>
                  <a:srgbClr val="25222A"/>
                </a:solidFill>
                <a:latin typeface="Be Vietnam Pro"/>
                <a:ea typeface="Be Vietnam Pro"/>
                <a:cs typeface="Be Vietnam Pro"/>
              </a:defRPr>
            </a:lvl9pPr>
          </a:lstStyle>
          <a:p xmlns:a="http://schemas.openxmlformats.org/drawingml/2006/main">
            <a:pPr>
              <a:lnSpc>
                <a:spcPct val="116000"/>
              </a:lnSpc>
              <a:buNone/>
              <a:defRPr sz="3675" b="1">
                <a:solidFill>
                  <a:srgbClr val="25222A"/>
                </a:solidFill>
                <a:latin typeface="Be Vietnam Pro"/>
                <a:ea typeface="Be Vietnam Pro"/>
                <a:cs typeface="Be Vietnam Pro"/>
              </a:defRPr>
            </a:pPr>
            <a:r>
              <a:rPr sz="3675" b="1">
                <a:solidFill>
                  <a:srgbClr val="25222A"/>
                </a:solidFill>
                <a:latin typeface="Be Vietnam Pro"/>
                <a:ea typeface="Be Vietnam Pro"/>
                <a:cs typeface="Be Vietnam Pro"/>
              </a:rPr>
              <a:t>Document work needs a visible next step</a:t>
            </a:r>
          </a:p>
        </p:txBody>
      </p:sp>
      <p:sp>
        <p:nvSpPr>
          <p:cNvPr id="3" name="page">
            <a:extLst xmlns:a="http://schemas.openxmlformats.org/drawingml/2006/main">
              <a:ext uri="{FF2B5EF4-FFF2-40B4-BE49-F238E27FC236}">
                <a16:creationId xmlns:a16="http://schemas.microsoft.com/office/drawing/2014/main" id="{C959E26E-3343-4B77-B593-092CA57B5890}"/>
              </a:ext>
            </a:extLst>
          </p:cNvPr>
          <p:cNvSpPr>
            <a:spLocks xmlns:a="http://schemas.openxmlformats.org/drawingml/2006/main" noGrp="1"/>
          </p:cNvSpPr>
          <p:nvPr/>
        </p:nvSpPr>
        <p:spPr>
          <a:xfrm xmlns:a="http://schemas.openxmlformats.org/drawingml/2006/main">
            <a:off x="11144250" y="6315075"/>
            <a:ext cx="4381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a:solidFill>
                  <a:srgbClr val="665F68"/>
                </a:solidFill>
                <a:latin typeface="Be Vietnam Pro"/>
                <a:ea typeface="Be Vietnam Pro"/>
                <a:cs typeface="Be Vietnam Pro"/>
              </a:defRPr>
            </a:defPPr>
            <a:lvl1pPr>
              <a:defRPr sz="1200">
                <a:solidFill>
                  <a:srgbClr val="665F68"/>
                </a:solidFill>
                <a:latin typeface="Be Vietnam Pro"/>
                <a:ea typeface="Be Vietnam Pro"/>
                <a:cs typeface="Be Vietnam Pro"/>
              </a:defRPr>
            </a:lvl1pPr>
            <a:lvl2pPr>
              <a:defRPr sz="1200">
                <a:solidFill>
                  <a:srgbClr val="665F68"/>
                </a:solidFill>
                <a:latin typeface="Be Vietnam Pro"/>
                <a:ea typeface="Be Vietnam Pro"/>
                <a:cs typeface="Be Vietnam Pro"/>
              </a:defRPr>
            </a:lvl2pPr>
            <a:lvl3pPr>
              <a:defRPr sz="1200">
                <a:solidFill>
                  <a:srgbClr val="665F68"/>
                </a:solidFill>
                <a:latin typeface="Be Vietnam Pro"/>
                <a:ea typeface="Be Vietnam Pro"/>
                <a:cs typeface="Be Vietnam Pro"/>
              </a:defRPr>
            </a:lvl3pPr>
            <a:lvl4pPr>
              <a:defRPr sz="1200">
                <a:solidFill>
                  <a:srgbClr val="665F68"/>
                </a:solidFill>
                <a:latin typeface="Be Vietnam Pro"/>
                <a:ea typeface="Be Vietnam Pro"/>
                <a:cs typeface="Be Vietnam Pro"/>
              </a:defRPr>
            </a:lvl4pPr>
            <a:lvl5pPr>
              <a:defRPr sz="1200">
                <a:solidFill>
                  <a:srgbClr val="665F68"/>
                </a:solidFill>
                <a:latin typeface="Be Vietnam Pro"/>
                <a:ea typeface="Be Vietnam Pro"/>
                <a:cs typeface="Be Vietnam Pro"/>
              </a:defRPr>
            </a:lvl5pPr>
            <a:lvl6pPr>
              <a:defRPr sz="1200">
                <a:solidFill>
                  <a:srgbClr val="665F68"/>
                </a:solidFill>
                <a:latin typeface="Be Vietnam Pro"/>
                <a:ea typeface="Be Vietnam Pro"/>
                <a:cs typeface="Be Vietnam Pro"/>
              </a:defRPr>
            </a:lvl6pPr>
            <a:lvl7pPr>
              <a:defRPr sz="1200">
                <a:solidFill>
                  <a:srgbClr val="665F68"/>
                </a:solidFill>
                <a:latin typeface="Be Vietnam Pro"/>
                <a:ea typeface="Be Vietnam Pro"/>
                <a:cs typeface="Be Vietnam Pro"/>
              </a:defRPr>
            </a:lvl7pPr>
            <a:lvl8pPr>
              <a:defRPr sz="1200">
                <a:solidFill>
                  <a:srgbClr val="665F68"/>
                </a:solidFill>
                <a:latin typeface="Be Vietnam Pro"/>
                <a:ea typeface="Be Vietnam Pro"/>
                <a:cs typeface="Be Vietnam Pro"/>
              </a:defRPr>
            </a:lvl8pPr>
            <a:lvl9pPr>
              <a:defRPr sz="1200">
                <a:solidFill>
                  <a:srgbClr val="665F68"/>
                </a:solidFill>
                <a:latin typeface="Be Vietnam Pro"/>
                <a:ea typeface="Be Vietnam Pro"/>
                <a:cs typeface="Be Vietnam Pro"/>
              </a:defRPr>
            </a:lvl9pPr>
          </a:lstStyle>
          <a:p xmlns:a="http://schemas.openxmlformats.org/drawingml/2006/main">
            <a:pPr>
              <a:defRPr sz="1200">
                <a:solidFill>
                  <a:srgbClr val="665F68"/>
                </a:solidFill>
                <a:latin typeface="Be Vietnam Pro"/>
                <a:ea typeface="Be Vietnam Pro"/>
                <a:cs typeface="Be Vietnam Pro"/>
              </a:defRPr>
            </a:pPr>
            <a:r>
              <a:rPr sz="1200">
                <a:solidFill>
                  <a:srgbClr val="665F68"/>
                </a:solidFill>
                <a:latin typeface="Be Vietnam Pro"/>
                <a:ea typeface="Be Vietnam Pro"/>
                <a:cs typeface="Be Vietnam Pro"/>
              </a:rPr>
              <a:t>02</a:t>
            </a:r>
          </a:p>
        </p:txBody>
      </p:sp>
      <p:sp>
        <p:nvSpPr>
          <p:cNvPr id="4" name="body">
            <a:extLst xmlns:a="http://schemas.openxmlformats.org/drawingml/2006/main">
              <a:ext uri="{FF2B5EF4-FFF2-40B4-BE49-F238E27FC236}">
                <a16:creationId xmlns:a16="http://schemas.microsoft.com/office/drawing/2014/main" id="{1D8DEC59-57DE-4E7D-9B4E-3BDEA9E3D25A}"/>
              </a:ext>
            </a:extLst>
          </p:cNvPr>
          <p:cNvSpPr>
            <a:spLocks xmlns:a="http://schemas.openxmlformats.org/drawingml/2006/main" noGrp="1"/>
          </p:cNvSpPr>
          <p:nvPr/>
        </p:nvSpPr>
        <p:spPr>
          <a:xfrm xmlns:a="http://schemas.openxmlformats.org/drawingml/2006/main">
            <a:off x="609600" y="2524125"/>
            <a:ext cx="7143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150" b="1">
                <a:solidFill>
                  <a:srgbClr val="AA1D39"/>
                </a:solidFill>
                <a:latin typeface="Be Vietnam Pro"/>
                <a:ea typeface="Be Vietnam Pro"/>
                <a:cs typeface="Be Vietnam Pro"/>
              </a:defRPr>
            </a:defPPr>
            <a:lvl1pPr>
              <a:defRPr sz="3150" b="1">
                <a:solidFill>
                  <a:srgbClr val="AA1D39"/>
                </a:solidFill>
                <a:latin typeface="Be Vietnam Pro"/>
                <a:ea typeface="Be Vietnam Pro"/>
                <a:cs typeface="Be Vietnam Pro"/>
              </a:defRPr>
            </a:lvl1pPr>
            <a:lvl2pPr>
              <a:defRPr sz="3150" b="1">
                <a:solidFill>
                  <a:srgbClr val="AA1D39"/>
                </a:solidFill>
                <a:latin typeface="Be Vietnam Pro"/>
                <a:ea typeface="Be Vietnam Pro"/>
                <a:cs typeface="Be Vietnam Pro"/>
              </a:defRPr>
            </a:lvl2pPr>
            <a:lvl3pPr>
              <a:defRPr sz="3150" b="1">
                <a:solidFill>
                  <a:srgbClr val="AA1D39"/>
                </a:solidFill>
                <a:latin typeface="Be Vietnam Pro"/>
                <a:ea typeface="Be Vietnam Pro"/>
                <a:cs typeface="Be Vietnam Pro"/>
              </a:defRPr>
            </a:lvl3pPr>
            <a:lvl4pPr>
              <a:defRPr sz="3150" b="1">
                <a:solidFill>
                  <a:srgbClr val="AA1D39"/>
                </a:solidFill>
                <a:latin typeface="Be Vietnam Pro"/>
                <a:ea typeface="Be Vietnam Pro"/>
                <a:cs typeface="Be Vietnam Pro"/>
              </a:defRPr>
            </a:lvl4pPr>
            <a:lvl5pPr>
              <a:defRPr sz="3150" b="1">
                <a:solidFill>
                  <a:srgbClr val="AA1D39"/>
                </a:solidFill>
                <a:latin typeface="Be Vietnam Pro"/>
                <a:ea typeface="Be Vietnam Pro"/>
                <a:cs typeface="Be Vietnam Pro"/>
              </a:defRPr>
            </a:lvl5pPr>
            <a:lvl6pPr>
              <a:defRPr sz="3150" b="1">
                <a:solidFill>
                  <a:srgbClr val="AA1D39"/>
                </a:solidFill>
                <a:latin typeface="Be Vietnam Pro"/>
                <a:ea typeface="Be Vietnam Pro"/>
                <a:cs typeface="Be Vietnam Pro"/>
              </a:defRPr>
            </a:lvl6pPr>
            <a:lvl7pPr>
              <a:defRPr sz="3150" b="1">
                <a:solidFill>
                  <a:srgbClr val="AA1D39"/>
                </a:solidFill>
                <a:latin typeface="Be Vietnam Pro"/>
                <a:ea typeface="Be Vietnam Pro"/>
                <a:cs typeface="Be Vietnam Pro"/>
              </a:defRPr>
            </a:lvl7pPr>
            <a:lvl8pPr>
              <a:defRPr sz="3150" b="1">
                <a:solidFill>
                  <a:srgbClr val="AA1D39"/>
                </a:solidFill>
                <a:latin typeface="Be Vietnam Pro"/>
                <a:ea typeface="Be Vietnam Pro"/>
                <a:cs typeface="Be Vietnam Pro"/>
              </a:defRPr>
            </a:lvl8pPr>
            <a:lvl9pPr>
              <a:defRPr sz="3150" b="1">
                <a:solidFill>
                  <a:srgbClr val="AA1D39"/>
                </a:solidFill>
                <a:latin typeface="Be Vietnam Pro"/>
                <a:ea typeface="Be Vietnam Pro"/>
                <a:cs typeface="Be Vietnam Pro"/>
              </a:defRPr>
            </a:lvl9pPr>
          </a:lstStyle>
          <a:p xmlns:a="http://schemas.openxmlformats.org/drawingml/2006/main">
            <a:pPr>
              <a:lnSpc>
                <a:spcPct val="116000"/>
              </a:lnSpc>
              <a:buNone/>
              <a:defRPr sz="3150" b="1">
                <a:solidFill>
                  <a:srgbClr val="AA1D39"/>
                </a:solidFill>
                <a:latin typeface="Be Vietnam Pro"/>
                <a:ea typeface="Be Vietnam Pro"/>
                <a:cs typeface="Be Vietnam Pro"/>
              </a:defRPr>
            </a:pPr>
            <a:r>
              <a:rPr sz="3150" b="1">
                <a:solidFill>
                  <a:srgbClr val="AA1D39"/>
                </a:solidFill>
                <a:latin typeface="Be Vietnam Pro"/>
                <a:ea typeface="Be Vietnam Pro"/>
                <a:cs typeface="Be Vietnam Pro"/>
              </a:rPr>
              <a:t>01</a:t>
            </a:r>
          </a:p>
        </p:txBody>
      </p:sp>
      <p:sp>
        <p:nvSpPr>
          <p:cNvPr id="5" name="body">
            <a:extLst xmlns:a="http://schemas.openxmlformats.org/drawingml/2006/main">
              <a:ext uri="{FF2B5EF4-FFF2-40B4-BE49-F238E27FC236}">
                <a16:creationId xmlns:a16="http://schemas.microsoft.com/office/drawing/2014/main" id="{93D7277C-1A1E-49EA-8152-634CB03CFDC9}"/>
              </a:ext>
            </a:extLst>
          </p:cNvPr>
          <p:cNvSpPr>
            <a:spLocks xmlns:a="http://schemas.openxmlformats.org/drawingml/2006/main" noGrp="1"/>
          </p:cNvSpPr>
          <p:nvPr/>
        </p:nvSpPr>
        <p:spPr>
          <a:xfrm xmlns:a="http://schemas.openxmlformats.org/drawingml/2006/main">
            <a:off x="1619250" y="2543175"/>
            <a:ext cx="2667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1">
                <a:solidFill>
                  <a:srgbClr val="25222A"/>
                </a:solidFill>
                <a:latin typeface="Be Vietnam Pro"/>
                <a:ea typeface="Be Vietnam Pro"/>
                <a:cs typeface="Be Vietnam Pro"/>
              </a:defRPr>
            </a:defPPr>
            <a:lvl1pPr>
              <a:defRPr sz="2175" b="1">
                <a:solidFill>
                  <a:srgbClr val="25222A"/>
                </a:solidFill>
                <a:latin typeface="Be Vietnam Pro"/>
                <a:ea typeface="Be Vietnam Pro"/>
                <a:cs typeface="Be Vietnam Pro"/>
              </a:defRPr>
            </a:lvl1pPr>
            <a:lvl2pPr>
              <a:defRPr sz="2175" b="1">
                <a:solidFill>
                  <a:srgbClr val="25222A"/>
                </a:solidFill>
                <a:latin typeface="Be Vietnam Pro"/>
                <a:ea typeface="Be Vietnam Pro"/>
                <a:cs typeface="Be Vietnam Pro"/>
              </a:defRPr>
            </a:lvl2pPr>
            <a:lvl3pPr>
              <a:defRPr sz="2175" b="1">
                <a:solidFill>
                  <a:srgbClr val="25222A"/>
                </a:solidFill>
                <a:latin typeface="Be Vietnam Pro"/>
                <a:ea typeface="Be Vietnam Pro"/>
                <a:cs typeface="Be Vietnam Pro"/>
              </a:defRPr>
            </a:lvl3pPr>
            <a:lvl4pPr>
              <a:defRPr sz="2175" b="1">
                <a:solidFill>
                  <a:srgbClr val="25222A"/>
                </a:solidFill>
                <a:latin typeface="Be Vietnam Pro"/>
                <a:ea typeface="Be Vietnam Pro"/>
                <a:cs typeface="Be Vietnam Pro"/>
              </a:defRPr>
            </a:lvl4pPr>
            <a:lvl5pPr>
              <a:defRPr sz="2175" b="1">
                <a:solidFill>
                  <a:srgbClr val="25222A"/>
                </a:solidFill>
                <a:latin typeface="Be Vietnam Pro"/>
                <a:ea typeface="Be Vietnam Pro"/>
                <a:cs typeface="Be Vietnam Pro"/>
              </a:defRPr>
            </a:lvl5pPr>
            <a:lvl6pPr>
              <a:defRPr sz="2175" b="1">
                <a:solidFill>
                  <a:srgbClr val="25222A"/>
                </a:solidFill>
                <a:latin typeface="Be Vietnam Pro"/>
                <a:ea typeface="Be Vietnam Pro"/>
                <a:cs typeface="Be Vietnam Pro"/>
              </a:defRPr>
            </a:lvl6pPr>
            <a:lvl7pPr>
              <a:defRPr sz="2175" b="1">
                <a:solidFill>
                  <a:srgbClr val="25222A"/>
                </a:solidFill>
                <a:latin typeface="Be Vietnam Pro"/>
                <a:ea typeface="Be Vietnam Pro"/>
                <a:cs typeface="Be Vietnam Pro"/>
              </a:defRPr>
            </a:lvl7pPr>
            <a:lvl8pPr>
              <a:defRPr sz="2175" b="1">
                <a:solidFill>
                  <a:srgbClr val="25222A"/>
                </a:solidFill>
                <a:latin typeface="Be Vietnam Pro"/>
                <a:ea typeface="Be Vietnam Pro"/>
                <a:cs typeface="Be Vietnam Pro"/>
              </a:defRPr>
            </a:lvl8pPr>
            <a:lvl9pPr>
              <a:defRPr sz="2175" b="1">
                <a:solidFill>
                  <a:srgbClr val="25222A"/>
                </a:solidFill>
                <a:latin typeface="Be Vietnam Pro"/>
                <a:ea typeface="Be Vietnam Pro"/>
                <a:cs typeface="Be Vietnam Pro"/>
              </a:defRPr>
            </a:lvl9pPr>
          </a:lstStyle>
          <a:p xmlns:a="http://schemas.openxmlformats.org/drawingml/2006/main">
            <a:pPr>
              <a:lnSpc>
                <a:spcPct val="116000"/>
              </a:lnSpc>
              <a:buNone/>
              <a:defRPr sz="2175" b="1">
                <a:solidFill>
                  <a:srgbClr val="25222A"/>
                </a:solidFill>
                <a:latin typeface="Be Vietnam Pro"/>
                <a:ea typeface="Be Vietnam Pro"/>
                <a:cs typeface="Be Vietnam Pro"/>
              </a:defRPr>
            </a:pPr>
            <a:r>
              <a:rPr sz="2175" b="1">
                <a:solidFill>
                  <a:srgbClr val="25222A"/>
                </a:solidFill>
                <a:latin typeface="Be Vietnam Pro"/>
                <a:ea typeface="Be Vietnam Pro"/>
                <a:cs typeface="Be Vietnam Pro"/>
              </a:rPr>
              <a:t>Preparation</a:t>
            </a:r>
          </a:p>
        </p:txBody>
      </p:sp>
      <p:sp>
        <p:nvSpPr>
          <p:cNvPr id="6" name="body">
            <a:extLst xmlns:a="http://schemas.openxmlformats.org/drawingml/2006/main">
              <a:ext uri="{FF2B5EF4-FFF2-40B4-BE49-F238E27FC236}">
                <a16:creationId xmlns:a16="http://schemas.microsoft.com/office/drawing/2014/main" id="{D98F61E1-0102-4A06-AE44-2BE73ECE05B1}"/>
              </a:ext>
            </a:extLst>
          </p:cNvPr>
          <p:cNvSpPr>
            <a:spLocks xmlns:a="http://schemas.openxmlformats.org/drawingml/2006/main" noGrp="1"/>
          </p:cNvSpPr>
          <p:nvPr/>
        </p:nvSpPr>
        <p:spPr>
          <a:xfrm xmlns:a="http://schemas.openxmlformats.org/drawingml/2006/main">
            <a:off x="4476750" y="2571750"/>
            <a:ext cx="6572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0">
                <a:solidFill>
                  <a:srgbClr val="665F68"/>
                </a:solidFill>
                <a:latin typeface="Be Vietnam Pro"/>
                <a:ea typeface="Be Vietnam Pro"/>
                <a:cs typeface="Be Vietnam Pro"/>
              </a:defRPr>
            </a:defPPr>
            <a:lvl1pPr>
              <a:defRPr sz="2025" b="0">
                <a:solidFill>
                  <a:srgbClr val="665F68"/>
                </a:solidFill>
                <a:latin typeface="Be Vietnam Pro"/>
                <a:ea typeface="Be Vietnam Pro"/>
                <a:cs typeface="Be Vietnam Pro"/>
              </a:defRPr>
            </a:lvl1pPr>
            <a:lvl2pPr>
              <a:defRPr sz="2025" b="0">
                <a:solidFill>
                  <a:srgbClr val="665F68"/>
                </a:solidFill>
                <a:latin typeface="Be Vietnam Pro"/>
                <a:ea typeface="Be Vietnam Pro"/>
                <a:cs typeface="Be Vietnam Pro"/>
              </a:defRPr>
            </a:lvl2pPr>
            <a:lvl3pPr>
              <a:defRPr sz="2025" b="0">
                <a:solidFill>
                  <a:srgbClr val="665F68"/>
                </a:solidFill>
                <a:latin typeface="Be Vietnam Pro"/>
                <a:ea typeface="Be Vietnam Pro"/>
                <a:cs typeface="Be Vietnam Pro"/>
              </a:defRPr>
            </a:lvl3pPr>
            <a:lvl4pPr>
              <a:defRPr sz="2025" b="0">
                <a:solidFill>
                  <a:srgbClr val="665F68"/>
                </a:solidFill>
                <a:latin typeface="Be Vietnam Pro"/>
                <a:ea typeface="Be Vietnam Pro"/>
                <a:cs typeface="Be Vietnam Pro"/>
              </a:defRPr>
            </a:lvl4pPr>
            <a:lvl5pPr>
              <a:defRPr sz="2025" b="0">
                <a:solidFill>
                  <a:srgbClr val="665F68"/>
                </a:solidFill>
                <a:latin typeface="Be Vietnam Pro"/>
                <a:ea typeface="Be Vietnam Pro"/>
                <a:cs typeface="Be Vietnam Pro"/>
              </a:defRPr>
            </a:lvl5pPr>
            <a:lvl6pPr>
              <a:defRPr sz="2025" b="0">
                <a:solidFill>
                  <a:srgbClr val="665F68"/>
                </a:solidFill>
                <a:latin typeface="Be Vietnam Pro"/>
                <a:ea typeface="Be Vietnam Pro"/>
                <a:cs typeface="Be Vietnam Pro"/>
              </a:defRPr>
            </a:lvl6pPr>
            <a:lvl7pPr>
              <a:defRPr sz="2025" b="0">
                <a:solidFill>
                  <a:srgbClr val="665F68"/>
                </a:solidFill>
                <a:latin typeface="Be Vietnam Pro"/>
                <a:ea typeface="Be Vietnam Pro"/>
                <a:cs typeface="Be Vietnam Pro"/>
              </a:defRPr>
            </a:lvl7pPr>
            <a:lvl8pPr>
              <a:defRPr sz="2025" b="0">
                <a:solidFill>
                  <a:srgbClr val="665F68"/>
                </a:solidFill>
                <a:latin typeface="Be Vietnam Pro"/>
                <a:ea typeface="Be Vietnam Pro"/>
                <a:cs typeface="Be Vietnam Pro"/>
              </a:defRPr>
            </a:lvl8pPr>
            <a:lvl9pPr>
              <a:defRPr sz="2025" b="0">
                <a:solidFill>
                  <a:srgbClr val="665F68"/>
                </a:solidFill>
                <a:latin typeface="Be Vietnam Pro"/>
                <a:ea typeface="Be Vietnam Pro"/>
                <a:cs typeface="Be Vietnam Pro"/>
              </a:defRPr>
            </a:lvl9pPr>
          </a:lstStyle>
          <a:p xmlns:a="http://schemas.openxmlformats.org/drawingml/2006/main">
            <a:pPr>
              <a:lnSpc>
                <a:spcPct val="116000"/>
              </a:lnSpc>
              <a:buNone/>
              <a:defRPr sz="2025" b="0">
                <a:solidFill>
                  <a:srgbClr val="665F68"/>
                </a:solidFill>
                <a:latin typeface="Be Vietnam Pro"/>
                <a:ea typeface="Be Vietnam Pro"/>
                <a:cs typeface="Be Vietnam Pro"/>
              </a:defRPr>
            </a:pPr>
            <a:r>
              <a:rPr sz="2025" b="0">
                <a:solidFill>
                  <a:srgbClr val="665F68"/>
                </a:solidFill>
                <a:latin typeface="Be Vietnam Pro"/>
                <a:ea typeface="Be Vietnam Pro"/>
                <a:cs typeface="Be Vietnam Pro"/>
              </a:rPr>
              <a:t>People need to know which documents to bring.</a:t>
            </a:r>
          </a:p>
        </p:txBody>
      </p:sp>
      <p:sp>
        <p:nvSpPr>
          <p:cNvPr id="7" name="body">
            <a:extLst xmlns:a="http://schemas.openxmlformats.org/drawingml/2006/main">
              <a:ext uri="{FF2B5EF4-FFF2-40B4-BE49-F238E27FC236}">
                <a16:creationId xmlns:a16="http://schemas.microsoft.com/office/drawing/2014/main" id="{2E482332-3A13-4F22-856D-ABFEE3B70B13}"/>
              </a:ext>
            </a:extLst>
          </p:cNvPr>
          <p:cNvSpPr>
            <a:spLocks xmlns:a="http://schemas.openxmlformats.org/drawingml/2006/main" noGrp="1"/>
          </p:cNvSpPr>
          <p:nvPr/>
        </p:nvSpPr>
        <p:spPr>
          <a:xfrm xmlns:a="http://schemas.openxmlformats.org/drawingml/2006/main">
            <a:off x="609600" y="3619500"/>
            <a:ext cx="7143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150" b="1">
                <a:solidFill>
                  <a:srgbClr val="AA1D39"/>
                </a:solidFill>
                <a:latin typeface="Be Vietnam Pro"/>
                <a:ea typeface="Be Vietnam Pro"/>
                <a:cs typeface="Be Vietnam Pro"/>
              </a:defRPr>
            </a:defPPr>
            <a:lvl1pPr>
              <a:defRPr sz="3150" b="1">
                <a:solidFill>
                  <a:srgbClr val="AA1D39"/>
                </a:solidFill>
                <a:latin typeface="Be Vietnam Pro"/>
                <a:ea typeface="Be Vietnam Pro"/>
                <a:cs typeface="Be Vietnam Pro"/>
              </a:defRPr>
            </a:lvl1pPr>
            <a:lvl2pPr>
              <a:defRPr sz="3150" b="1">
                <a:solidFill>
                  <a:srgbClr val="AA1D39"/>
                </a:solidFill>
                <a:latin typeface="Be Vietnam Pro"/>
                <a:ea typeface="Be Vietnam Pro"/>
                <a:cs typeface="Be Vietnam Pro"/>
              </a:defRPr>
            </a:lvl2pPr>
            <a:lvl3pPr>
              <a:defRPr sz="3150" b="1">
                <a:solidFill>
                  <a:srgbClr val="AA1D39"/>
                </a:solidFill>
                <a:latin typeface="Be Vietnam Pro"/>
                <a:ea typeface="Be Vietnam Pro"/>
                <a:cs typeface="Be Vietnam Pro"/>
              </a:defRPr>
            </a:lvl3pPr>
            <a:lvl4pPr>
              <a:defRPr sz="3150" b="1">
                <a:solidFill>
                  <a:srgbClr val="AA1D39"/>
                </a:solidFill>
                <a:latin typeface="Be Vietnam Pro"/>
                <a:ea typeface="Be Vietnam Pro"/>
                <a:cs typeface="Be Vietnam Pro"/>
              </a:defRPr>
            </a:lvl4pPr>
            <a:lvl5pPr>
              <a:defRPr sz="3150" b="1">
                <a:solidFill>
                  <a:srgbClr val="AA1D39"/>
                </a:solidFill>
                <a:latin typeface="Be Vietnam Pro"/>
                <a:ea typeface="Be Vietnam Pro"/>
                <a:cs typeface="Be Vietnam Pro"/>
              </a:defRPr>
            </a:lvl5pPr>
            <a:lvl6pPr>
              <a:defRPr sz="3150" b="1">
                <a:solidFill>
                  <a:srgbClr val="AA1D39"/>
                </a:solidFill>
                <a:latin typeface="Be Vietnam Pro"/>
                <a:ea typeface="Be Vietnam Pro"/>
                <a:cs typeface="Be Vietnam Pro"/>
              </a:defRPr>
            </a:lvl6pPr>
            <a:lvl7pPr>
              <a:defRPr sz="3150" b="1">
                <a:solidFill>
                  <a:srgbClr val="AA1D39"/>
                </a:solidFill>
                <a:latin typeface="Be Vietnam Pro"/>
                <a:ea typeface="Be Vietnam Pro"/>
                <a:cs typeface="Be Vietnam Pro"/>
              </a:defRPr>
            </a:lvl7pPr>
            <a:lvl8pPr>
              <a:defRPr sz="3150" b="1">
                <a:solidFill>
                  <a:srgbClr val="AA1D39"/>
                </a:solidFill>
                <a:latin typeface="Be Vietnam Pro"/>
                <a:ea typeface="Be Vietnam Pro"/>
                <a:cs typeface="Be Vietnam Pro"/>
              </a:defRPr>
            </a:lvl8pPr>
            <a:lvl9pPr>
              <a:defRPr sz="3150" b="1">
                <a:solidFill>
                  <a:srgbClr val="AA1D39"/>
                </a:solidFill>
                <a:latin typeface="Be Vietnam Pro"/>
                <a:ea typeface="Be Vietnam Pro"/>
                <a:cs typeface="Be Vietnam Pro"/>
              </a:defRPr>
            </a:lvl9pPr>
          </a:lstStyle>
          <a:p xmlns:a="http://schemas.openxmlformats.org/drawingml/2006/main">
            <a:pPr>
              <a:lnSpc>
                <a:spcPct val="116000"/>
              </a:lnSpc>
              <a:buNone/>
              <a:defRPr sz="3150" b="1">
                <a:solidFill>
                  <a:srgbClr val="AA1D39"/>
                </a:solidFill>
                <a:latin typeface="Be Vietnam Pro"/>
                <a:ea typeface="Be Vietnam Pro"/>
                <a:cs typeface="Be Vietnam Pro"/>
              </a:defRPr>
            </a:pPr>
            <a:r>
              <a:rPr sz="3150" b="1">
                <a:solidFill>
                  <a:srgbClr val="AA1D39"/>
                </a:solidFill>
                <a:latin typeface="Be Vietnam Pro"/>
                <a:ea typeface="Be Vietnam Pro"/>
                <a:cs typeface="Be Vietnam Pro"/>
              </a:rPr>
              <a:t>02</a:t>
            </a:r>
          </a:p>
        </p:txBody>
      </p:sp>
      <p:sp>
        <p:nvSpPr>
          <p:cNvPr id="8" name="body">
            <a:extLst xmlns:a="http://schemas.openxmlformats.org/drawingml/2006/main">
              <a:ext uri="{FF2B5EF4-FFF2-40B4-BE49-F238E27FC236}">
                <a16:creationId xmlns:a16="http://schemas.microsoft.com/office/drawing/2014/main" id="{CA3E975D-79F1-4889-9992-03CCC2D63A4C}"/>
              </a:ext>
            </a:extLst>
          </p:cNvPr>
          <p:cNvSpPr>
            <a:spLocks xmlns:a="http://schemas.openxmlformats.org/drawingml/2006/main" noGrp="1"/>
          </p:cNvSpPr>
          <p:nvPr/>
        </p:nvSpPr>
        <p:spPr>
          <a:xfrm xmlns:a="http://schemas.openxmlformats.org/drawingml/2006/main">
            <a:off x="1619250" y="3638550"/>
            <a:ext cx="2667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1">
                <a:solidFill>
                  <a:srgbClr val="25222A"/>
                </a:solidFill>
                <a:latin typeface="Be Vietnam Pro"/>
                <a:ea typeface="Be Vietnam Pro"/>
                <a:cs typeface="Be Vietnam Pro"/>
              </a:defRPr>
            </a:defPPr>
            <a:lvl1pPr>
              <a:defRPr sz="2175" b="1">
                <a:solidFill>
                  <a:srgbClr val="25222A"/>
                </a:solidFill>
                <a:latin typeface="Be Vietnam Pro"/>
                <a:ea typeface="Be Vietnam Pro"/>
                <a:cs typeface="Be Vietnam Pro"/>
              </a:defRPr>
            </a:lvl1pPr>
            <a:lvl2pPr>
              <a:defRPr sz="2175" b="1">
                <a:solidFill>
                  <a:srgbClr val="25222A"/>
                </a:solidFill>
                <a:latin typeface="Be Vietnam Pro"/>
                <a:ea typeface="Be Vietnam Pro"/>
                <a:cs typeface="Be Vietnam Pro"/>
              </a:defRPr>
            </a:lvl2pPr>
            <a:lvl3pPr>
              <a:defRPr sz="2175" b="1">
                <a:solidFill>
                  <a:srgbClr val="25222A"/>
                </a:solidFill>
                <a:latin typeface="Be Vietnam Pro"/>
                <a:ea typeface="Be Vietnam Pro"/>
                <a:cs typeface="Be Vietnam Pro"/>
              </a:defRPr>
            </a:lvl3pPr>
            <a:lvl4pPr>
              <a:defRPr sz="2175" b="1">
                <a:solidFill>
                  <a:srgbClr val="25222A"/>
                </a:solidFill>
                <a:latin typeface="Be Vietnam Pro"/>
                <a:ea typeface="Be Vietnam Pro"/>
                <a:cs typeface="Be Vietnam Pro"/>
              </a:defRPr>
            </a:lvl4pPr>
            <a:lvl5pPr>
              <a:defRPr sz="2175" b="1">
                <a:solidFill>
                  <a:srgbClr val="25222A"/>
                </a:solidFill>
                <a:latin typeface="Be Vietnam Pro"/>
                <a:ea typeface="Be Vietnam Pro"/>
                <a:cs typeface="Be Vietnam Pro"/>
              </a:defRPr>
            </a:lvl5pPr>
            <a:lvl6pPr>
              <a:defRPr sz="2175" b="1">
                <a:solidFill>
                  <a:srgbClr val="25222A"/>
                </a:solidFill>
                <a:latin typeface="Be Vietnam Pro"/>
                <a:ea typeface="Be Vietnam Pro"/>
                <a:cs typeface="Be Vietnam Pro"/>
              </a:defRPr>
            </a:lvl6pPr>
            <a:lvl7pPr>
              <a:defRPr sz="2175" b="1">
                <a:solidFill>
                  <a:srgbClr val="25222A"/>
                </a:solidFill>
                <a:latin typeface="Be Vietnam Pro"/>
                <a:ea typeface="Be Vietnam Pro"/>
                <a:cs typeface="Be Vietnam Pro"/>
              </a:defRPr>
            </a:lvl7pPr>
            <a:lvl8pPr>
              <a:defRPr sz="2175" b="1">
                <a:solidFill>
                  <a:srgbClr val="25222A"/>
                </a:solidFill>
                <a:latin typeface="Be Vietnam Pro"/>
                <a:ea typeface="Be Vietnam Pro"/>
                <a:cs typeface="Be Vietnam Pro"/>
              </a:defRPr>
            </a:lvl8pPr>
            <a:lvl9pPr>
              <a:defRPr sz="2175" b="1">
                <a:solidFill>
                  <a:srgbClr val="25222A"/>
                </a:solidFill>
                <a:latin typeface="Be Vietnam Pro"/>
                <a:ea typeface="Be Vietnam Pro"/>
                <a:cs typeface="Be Vietnam Pro"/>
              </a:defRPr>
            </a:lvl9pPr>
          </a:lstStyle>
          <a:p xmlns:a="http://schemas.openxmlformats.org/drawingml/2006/main">
            <a:pPr>
              <a:lnSpc>
                <a:spcPct val="116000"/>
              </a:lnSpc>
              <a:buNone/>
              <a:defRPr sz="2175" b="1">
                <a:solidFill>
                  <a:srgbClr val="25222A"/>
                </a:solidFill>
                <a:latin typeface="Be Vietnam Pro"/>
                <a:ea typeface="Be Vietnam Pro"/>
                <a:cs typeface="Be Vietnam Pro"/>
              </a:defRPr>
            </a:pPr>
            <a:r>
              <a:rPr sz="2175" b="1">
                <a:solidFill>
                  <a:srgbClr val="25222A"/>
                </a:solidFill>
                <a:latin typeface="Be Vietnam Pro"/>
                <a:ea typeface="Be Vietnam Pro"/>
                <a:cs typeface="Be Vietnam Pro"/>
              </a:rPr>
              <a:t>Review</a:t>
            </a:r>
          </a:p>
        </p:txBody>
      </p:sp>
      <p:sp>
        <p:nvSpPr>
          <p:cNvPr id="9" name="body">
            <a:extLst xmlns:a="http://schemas.openxmlformats.org/drawingml/2006/main">
              <a:ext uri="{FF2B5EF4-FFF2-40B4-BE49-F238E27FC236}">
                <a16:creationId xmlns:a16="http://schemas.microsoft.com/office/drawing/2014/main" id="{14B4ABD1-00B0-4DE8-86B4-BB4AA49AAB8A}"/>
              </a:ext>
            </a:extLst>
          </p:cNvPr>
          <p:cNvSpPr>
            <a:spLocks xmlns:a="http://schemas.openxmlformats.org/drawingml/2006/main" noGrp="1"/>
          </p:cNvSpPr>
          <p:nvPr/>
        </p:nvSpPr>
        <p:spPr>
          <a:xfrm xmlns:a="http://schemas.openxmlformats.org/drawingml/2006/main">
            <a:off x="4476750" y="3667125"/>
            <a:ext cx="6572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0">
                <a:solidFill>
                  <a:srgbClr val="665F68"/>
                </a:solidFill>
                <a:latin typeface="Be Vietnam Pro"/>
                <a:ea typeface="Be Vietnam Pro"/>
                <a:cs typeface="Be Vietnam Pro"/>
              </a:defRPr>
            </a:defPPr>
            <a:lvl1pPr>
              <a:defRPr sz="2025" b="0">
                <a:solidFill>
                  <a:srgbClr val="665F68"/>
                </a:solidFill>
                <a:latin typeface="Be Vietnam Pro"/>
                <a:ea typeface="Be Vietnam Pro"/>
                <a:cs typeface="Be Vietnam Pro"/>
              </a:defRPr>
            </a:lvl1pPr>
            <a:lvl2pPr>
              <a:defRPr sz="2025" b="0">
                <a:solidFill>
                  <a:srgbClr val="665F68"/>
                </a:solidFill>
                <a:latin typeface="Be Vietnam Pro"/>
                <a:ea typeface="Be Vietnam Pro"/>
                <a:cs typeface="Be Vietnam Pro"/>
              </a:defRPr>
            </a:lvl2pPr>
            <a:lvl3pPr>
              <a:defRPr sz="2025" b="0">
                <a:solidFill>
                  <a:srgbClr val="665F68"/>
                </a:solidFill>
                <a:latin typeface="Be Vietnam Pro"/>
                <a:ea typeface="Be Vietnam Pro"/>
                <a:cs typeface="Be Vietnam Pro"/>
              </a:defRPr>
            </a:lvl3pPr>
            <a:lvl4pPr>
              <a:defRPr sz="2025" b="0">
                <a:solidFill>
                  <a:srgbClr val="665F68"/>
                </a:solidFill>
                <a:latin typeface="Be Vietnam Pro"/>
                <a:ea typeface="Be Vietnam Pro"/>
                <a:cs typeface="Be Vietnam Pro"/>
              </a:defRPr>
            </a:lvl4pPr>
            <a:lvl5pPr>
              <a:defRPr sz="2025" b="0">
                <a:solidFill>
                  <a:srgbClr val="665F68"/>
                </a:solidFill>
                <a:latin typeface="Be Vietnam Pro"/>
                <a:ea typeface="Be Vietnam Pro"/>
                <a:cs typeface="Be Vietnam Pro"/>
              </a:defRPr>
            </a:lvl5pPr>
            <a:lvl6pPr>
              <a:defRPr sz="2025" b="0">
                <a:solidFill>
                  <a:srgbClr val="665F68"/>
                </a:solidFill>
                <a:latin typeface="Be Vietnam Pro"/>
                <a:ea typeface="Be Vietnam Pro"/>
                <a:cs typeface="Be Vietnam Pro"/>
              </a:defRPr>
            </a:lvl6pPr>
            <a:lvl7pPr>
              <a:defRPr sz="2025" b="0">
                <a:solidFill>
                  <a:srgbClr val="665F68"/>
                </a:solidFill>
                <a:latin typeface="Be Vietnam Pro"/>
                <a:ea typeface="Be Vietnam Pro"/>
                <a:cs typeface="Be Vietnam Pro"/>
              </a:defRPr>
            </a:lvl7pPr>
            <a:lvl8pPr>
              <a:defRPr sz="2025" b="0">
                <a:solidFill>
                  <a:srgbClr val="665F68"/>
                </a:solidFill>
                <a:latin typeface="Be Vietnam Pro"/>
                <a:ea typeface="Be Vietnam Pro"/>
                <a:cs typeface="Be Vietnam Pro"/>
              </a:defRPr>
            </a:lvl8pPr>
            <a:lvl9pPr>
              <a:defRPr sz="2025" b="0">
                <a:solidFill>
                  <a:srgbClr val="665F68"/>
                </a:solidFill>
                <a:latin typeface="Be Vietnam Pro"/>
                <a:ea typeface="Be Vietnam Pro"/>
                <a:cs typeface="Be Vietnam Pro"/>
              </a:defRPr>
            </a:lvl9pPr>
          </a:lstStyle>
          <a:p xmlns:a="http://schemas.openxmlformats.org/drawingml/2006/main">
            <a:pPr>
              <a:lnSpc>
                <a:spcPct val="116000"/>
              </a:lnSpc>
              <a:buNone/>
              <a:defRPr sz="2025" b="0">
                <a:solidFill>
                  <a:srgbClr val="665F68"/>
                </a:solidFill>
                <a:latin typeface="Be Vietnam Pro"/>
                <a:ea typeface="Be Vietnam Pro"/>
                <a:cs typeface="Be Vietnam Pro"/>
              </a:defRPr>
            </a:pPr>
            <a:r>
              <a:rPr sz="2025" b="0">
                <a:solidFill>
                  <a:srgbClr val="665F68"/>
                </a:solidFill>
                <a:latin typeface="Be Vietnam Pro"/>
                <a:ea typeface="Be Vietnam Pro"/>
                <a:cs typeface="Be Vietnam Pro"/>
              </a:rPr>
              <a:t>Applicants need to see what the notary needs next.</a:t>
            </a:r>
          </a:p>
        </p:txBody>
      </p:sp>
      <p:sp>
        <p:nvSpPr>
          <p:cNvPr id="10" name="body">
            <a:extLst xmlns:a="http://schemas.openxmlformats.org/drawingml/2006/main">
              <a:ext uri="{FF2B5EF4-FFF2-40B4-BE49-F238E27FC236}">
                <a16:creationId xmlns:a16="http://schemas.microsoft.com/office/drawing/2014/main" id="{B428F937-EB66-4AA2-8CDC-FF0A79FF87B2}"/>
              </a:ext>
            </a:extLst>
          </p:cNvPr>
          <p:cNvSpPr>
            <a:spLocks xmlns:a="http://schemas.openxmlformats.org/drawingml/2006/main" noGrp="1"/>
          </p:cNvSpPr>
          <p:nvPr/>
        </p:nvSpPr>
        <p:spPr>
          <a:xfrm xmlns:a="http://schemas.openxmlformats.org/drawingml/2006/main">
            <a:off x="609600" y="4714875"/>
            <a:ext cx="7143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150" b="1">
                <a:solidFill>
                  <a:srgbClr val="AA1D39"/>
                </a:solidFill>
                <a:latin typeface="Be Vietnam Pro"/>
                <a:ea typeface="Be Vietnam Pro"/>
                <a:cs typeface="Be Vietnam Pro"/>
              </a:defRPr>
            </a:defPPr>
            <a:lvl1pPr>
              <a:defRPr sz="3150" b="1">
                <a:solidFill>
                  <a:srgbClr val="AA1D39"/>
                </a:solidFill>
                <a:latin typeface="Be Vietnam Pro"/>
                <a:ea typeface="Be Vietnam Pro"/>
                <a:cs typeface="Be Vietnam Pro"/>
              </a:defRPr>
            </a:lvl1pPr>
            <a:lvl2pPr>
              <a:defRPr sz="3150" b="1">
                <a:solidFill>
                  <a:srgbClr val="AA1D39"/>
                </a:solidFill>
                <a:latin typeface="Be Vietnam Pro"/>
                <a:ea typeface="Be Vietnam Pro"/>
                <a:cs typeface="Be Vietnam Pro"/>
              </a:defRPr>
            </a:lvl2pPr>
            <a:lvl3pPr>
              <a:defRPr sz="3150" b="1">
                <a:solidFill>
                  <a:srgbClr val="AA1D39"/>
                </a:solidFill>
                <a:latin typeface="Be Vietnam Pro"/>
                <a:ea typeface="Be Vietnam Pro"/>
                <a:cs typeface="Be Vietnam Pro"/>
              </a:defRPr>
            </a:lvl3pPr>
            <a:lvl4pPr>
              <a:defRPr sz="3150" b="1">
                <a:solidFill>
                  <a:srgbClr val="AA1D39"/>
                </a:solidFill>
                <a:latin typeface="Be Vietnam Pro"/>
                <a:ea typeface="Be Vietnam Pro"/>
                <a:cs typeface="Be Vietnam Pro"/>
              </a:defRPr>
            </a:lvl4pPr>
            <a:lvl5pPr>
              <a:defRPr sz="3150" b="1">
                <a:solidFill>
                  <a:srgbClr val="AA1D39"/>
                </a:solidFill>
                <a:latin typeface="Be Vietnam Pro"/>
                <a:ea typeface="Be Vietnam Pro"/>
                <a:cs typeface="Be Vietnam Pro"/>
              </a:defRPr>
            </a:lvl5pPr>
            <a:lvl6pPr>
              <a:defRPr sz="3150" b="1">
                <a:solidFill>
                  <a:srgbClr val="AA1D39"/>
                </a:solidFill>
                <a:latin typeface="Be Vietnam Pro"/>
                <a:ea typeface="Be Vietnam Pro"/>
                <a:cs typeface="Be Vietnam Pro"/>
              </a:defRPr>
            </a:lvl6pPr>
            <a:lvl7pPr>
              <a:defRPr sz="3150" b="1">
                <a:solidFill>
                  <a:srgbClr val="AA1D39"/>
                </a:solidFill>
                <a:latin typeface="Be Vietnam Pro"/>
                <a:ea typeface="Be Vietnam Pro"/>
                <a:cs typeface="Be Vietnam Pro"/>
              </a:defRPr>
            </a:lvl7pPr>
            <a:lvl8pPr>
              <a:defRPr sz="3150" b="1">
                <a:solidFill>
                  <a:srgbClr val="AA1D39"/>
                </a:solidFill>
                <a:latin typeface="Be Vietnam Pro"/>
                <a:ea typeface="Be Vietnam Pro"/>
                <a:cs typeface="Be Vietnam Pro"/>
              </a:defRPr>
            </a:lvl8pPr>
            <a:lvl9pPr>
              <a:defRPr sz="3150" b="1">
                <a:solidFill>
                  <a:srgbClr val="AA1D39"/>
                </a:solidFill>
                <a:latin typeface="Be Vietnam Pro"/>
                <a:ea typeface="Be Vietnam Pro"/>
                <a:cs typeface="Be Vietnam Pro"/>
              </a:defRPr>
            </a:lvl9pPr>
          </a:lstStyle>
          <a:p xmlns:a="http://schemas.openxmlformats.org/drawingml/2006/main">
            <a:pPr>
              <a:lnSpc>
                <a:spcPct val="116000"/>
              </a:lnSpc>
              <a:buNone/>
              <a:defRPr sz="3150" b="1">
                <a:solidFill>
                  <a:srgbClr val="AA1D39"/>
                </a:solidFill>
                <a:latin typeface="Be Vietnam Pro"/>
                <a:ea typeface="Be Vietnam Pro"/>
                <a:cs typeface="Be Vietnam Pro"/>
              </a:defRPr>
            </a:pPr>
            <a:r>
              <a:rPr sz="3150" b="1">
                <a:solidFill>
                  <a:srgbClr val="AA1D39"/>
                </a:solidFill>
                <a:latin typeface="Be Vietnam Pro"/>
                <a:ea typeface="Be Vietnam Pro"/>
                <a:cs typeface="Be Vietnam Pro"/>
              </a:rPr>
              <a:t>03</a:t>
            </a:r>
          </a:p>
        </p:txBody>
      </p:sp>
      <p:sp>
        <p:nvSpPr>
          <p:cNvPr id="11" name="body">
            <a:extLst xmlns:a="http://schemas.openxmlformats.org/drawingml/2006/main">
              <a:ext uri="{FF2B5EF4-FFF2-40B4-BE49-F238E27FC236}">
                <a16:creationId xmlns:a16="http://schemas.microsoft.com/office/drawing/2014/main" id="{9ECB0900-B9F8-44DD-A92D-C5D5C5DA4365}"/>
              </a:ext>
            </a:extLst>
          </p:cNvPr>
          <p:cNvSpPr>
            <a:spLocks xmlns:a="http://schemas.openxmlformats.org/drawingml/2006/main" noGrp="1"/>
          </p:cNvSpPr>
          <p:nvPr/>
        </p:nvSpPr>
        <p:spPr>
          <a:xfrm xmlns:a="http://schemas.openxmlformats.org/drawingml/2006/main">
            <a:off x="1619250" y="4733925"/>
            <a:ext cx="2667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1">
                <a:solidFill>
                  <a:srgbClr val="25222A"/>
                </a:solidFill>
                <a:latin typeface="Be Vietnam Pro"/>
                <a:ea typeface="Be Vietnam Pro"/>
                <a:cs typeface="Be Vietnam Pro"/>
              </a:defRPr>
            </a:defPPr>
            <a:lvl1pPr>
              <a:defRPr sz="2175" b="1">
                <a:solidFill>
                  <a:srgbClr val="25222A"/>
                </a:solidFill>
                <a:latin typeface="Be Vietnam Pro"/>
                <a:ea typeface="Be Vietnam Pro"/>
                <a:cs typeface="Be Vietnam Pro"/>
              </a:defRPr>
            </a:lvl1pPr>
            <a:lvl2pPr>
              <a:defRPr sz="2175" b="1">
                <a:solidFill>
                  <a:srgbClr val="25222A"/>
                </a:solidFill>
                <a:latin typeface="Be Vietnam Pro"/>
                <a:ea typeface="Be Vietnam Pro"/>
                <a:cs typeface="Be Vietnam Pro"/>
              </a:defRPr>
            </a:lvl2pPr>
            <a:lvl3pPr>
              <a:defRPr sz="2175" b="1">
                <a:solidFill>
                  <a:srgbClr val="25222A"/>
                </a:solidFill>
                <a:latin typeface="Be Vietnam Pro"/>
                <a:ea typeface="Be Vietnam Pro"/>
                <a:cs typeface="Be Vietnam Pro"/>
              </a:defRPr>
            </a:lvl3pPr>
            <a:lvl4pPr>
              <a:defRPr sz="2175" b="1">
                <a:solidFill>
                  <a:srgbClr val="25222A"/>
                </a:solidFill>
                <a:latin typeface="Be Vietnam Pro"/>
                <a:ea typeface="Be Vietnam Pro"/>
                <a:cs typeface="Be Vietnam Pro"/>
              </a:defRPr>
            </a:lvl4pPr>
            <a:lvl5pPr>
              <a:defRPr sz="2175" b="1">
                <a:solidFill>
                  <a:srgbClr val="25222A"/>
                </a:solidFill>
                <a:latin typeface="Be Vietnam Pro"/>
                <a:ea typeface="Be Vietnam Pro"/>
                <a:cs typeface="Be Vietnam Pro"/>
              </a:defRPr>
            </a:lvl5pPr>
            <a:lvl6pPr>
              <a:defRPr sz="2175" b="1">
                <a:solidFill>
                  <a:srgbClr val="25222A"/>
                </a:solidFill>
                <a:latin typeface="Be Vietnam Pro"/>
                <a:ea typeface="Be Vietnam Pro"/>
                <a:cs typeface="Be Vietnam Pro"/>
              </a:defRPr>
            </a:lvl6pPr>
            <a:lvl7pPr>
              <a:defRPr sz="2175" b="1">
                <a:solidFill>
                  <a:srgbClr val="25222A"/>
                </a:solidFill>
                <a:latin typeface="Be Vietnam Pro"/>
                <a:ea typeface="Be Vietnam Pro"/>
                <a:cs typeface="Be Vietnam Pro"/>
              </a:defRPr>
            </a:lvl7pPr>
            <a:lvl8pPr>
              <a:defRPr sz="2175" b="1">
                <a:solidFill>
                  <a:srgbClr val="25222A"/>
                </a:solidFill>
                <a:latin typeface="Be Vietnam Pro"/>
                <a:ea typeface="Be Vietnam Pro"/>
                <a:cs typeface="Be Vietnam Pro"/>
              </a:defRPr>
            </a:lvl8pPr>
            <a:lvl9pPr>
              <a:defRPr sz="2175" b="1">
                <a:solidFill>
                  <a:srgbClr val="25222A"/>
                </a:solidFill>
                <a:latin typeface="Be Vietnam Pro"/>
                <a:ea typeface="Be Vietnam Pro"/>
                <a:cs typeface="Be Vietnam Pro"/>
              </a:defRPr>
            </a:lvl9pPr>
          </a:lstStyle>
          <a:p xmlns:a="http://schemas.openxmlformats.org/drawingml/2006/main">
            <a:pPr>
              <a:lnSpc>
                <a:spcPct val="116000"/>
              </a:lnSpc>
              <a:buNone/>
              <a:defRPr sz="2175" b="1">
                <a:solidFill>
                  <a:srgbClr val="25222A"/>
                </a:solidFill>
                <a:latin typeface="Be Vietnam Pro"/>
                <a:ea typeface="Be Vietnam Pro"/>
                <a:cs typeface="Be Vietnam Pro"/>
              </a:defRPr>
            </a:pPr>
            <a:r>
              <a:rPr sz="2175" b="1">
                <a:solidFill>
                  <a:srgbClr val="25222A"/>
                </a:solidFill>
                <a:latin typeface="Be Vietnam Pro"/>
                <a:ea typeface="Be Vietnam Pro"/>
                <a:cs typeface="Be Vietnam Pro"/>
              </a:rPr>
              <a:t>Retrieval</a:t>
            </a:r>
          </a:p>
        </p:txBody>
      </p:sp>
      <p:sp>
        <p:nvSpPr>
          <p:cNvPr id="12" name="body">
            <a:extLst xmlns:a="http://schemas.openxmlformats.org/drawingml/2006/main">
              <a:ext uri="{FF2B5EF4-FFF2-40B4-BE49-F238E27FC236}">
                <a16:creationId xmlns:a16="http://schemas.microsoft.com/office/drawing/2014/main" id="{AB7B37DC-4C1F-4579-8423-312677527585}"/>
              </a:ext>
            </a:extLst>
          </p:cNvPr>
          <p:cNvSpPr>
            <a:spLocks xmlns:a="http://schemas.openxmlformats.org/drawingml/2006/main" noGrp="1"/>
          </p:cNvSpPr>
          <p:nvPr/>
        </p:nvSpPr>
        <p:spPr>
          <a:xfrm xmlns:a="http://schemas.openxmlformats.org/drawingml/2006/main">
            <a:off x="4476750" y="4762500"/>
            <a:ext cx="6572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0">
                <a:solidFill>
                  <a:srgbClr val="665F68"/>
                </a:solidFill>
                <a:latin typeface="Be Vietnam Pro"/>
                <a:ea typeface="Be Vietnam Pro"/>
                <a:cs typeface="Be Vietnam Pro"/>
              </a:defRPr>
            </a:defPPr>
            <a:lvl1pPr>
              <a:defRPr sz="2025" b="0">
                <a:solidFill>
                  <a:srgbClr val="665F68"/>
                </a:solidFill>
                <a:latin typeface="Be Vietnam Pro"/>
                <a:ea typeface="Be Vietnam Pro"/>
                <a:cs typeface="Be Vietnam Pro"/>
              </a:defRPr>
            </a:lvl1pPr>
            <a:lvl2pPr>
              <a:defRPr sz="2025" b="0">
                <a:solidFill>
                  <a:srgbClr val="665F68"/>
                </a:solidFill>
                <a:latin typeface="Be Vietnam Pro"/>
                <a:ea typeface="Be Vietnam Pro"/>
                <a:cs typeface="Be Vietnam Pro"/>
              </a:defRPr>
            </a:lvl2pPr>
            <a:lvl3pPr>
              <a:defRPr sz="2025" b="0">
                <a:solidFill>
                  <a:srgbClr val="665F68"/>
                </a:solidFill>
                <a:latin typeface="Be Vietnam Pro"/>
                <a:ea typeface="Be Vietnam Pro"/>
                <a:cs typeface="Be Vietnam Pro"/>
              </a:defRPr>
            </a:lvl3pPr>
            <a:lvl4pPr>
              <a:defRPr sz="2025" b="0">
                <a:solidFill>
                  <a:srgbClr val="665F68"/>
                </a:solidFill>
                <a:latin typeface="Be Vietnam Pro"/>
                <a:ea typeface="Be Vietnam Pro"/>
                <a:cs typeface="Be Vietnam Pro"/>
              </a:defRPr>
            </a:lvl4pPr>
            <a:lvl5pPr>
              <a:defRPr sz="2025" b="0">
                <a:solidFill>
                  <a:srgbClr val="665F68"/>
                </a:solidFill>
                <a:latin typeface="Be Vietnam Pro"/>
                <a:ea typeface="Be Vietnam Pro"/>
                <a:cs typeface="Be Vietnam Pro"/>
              </a:defRPr>
            </a:lvl5pPr>
            <a:lvl6pPr>
              <a:defRPr sz="2025" b="0">
                <a:solidFill>
                  <a:srgbClr val="665F68"/>
                </a:solidFill>
                <a:latin typeface="Be Vietnam Pro"/>
                <a:ea typeface="Be Vietnam Pro"/>
                <a:cs typeface="Be Vietnam Pro"/>
              </a:defRPr>
            </a:lvl6pPr>
            <a:lvl7pPr>
              <a:defRPr sz="2025" b="0">
                <a:solidFill>
                  <a:srgbClr val="665F68"/>
                </a:solidFill>
                <a:latin typeface="Be Vietnam Pro"/>
                <a:ea typeface="Be Vietnam Pro"/>
                <a:cs typeface="Be Vietnam Pro"/>
              </a:defRPr>
            </a:lvl7pPr>
            <a:lvl8pPr>
              <a:defRPr sz="2025" b="0">
                <a:solidFill>
                  <a:srgbClr val="665F68"/>
                </a:solidFill>
                <a:latin typeface="Be Vietnam Pro"/>
                <a:ea typeface="Be Vietnam Pro"/>
                <a:cs typeface="Be Vietnam Pro"/>
              </a:defRPr>
            </a:lvl8pPr>
            <a:lvl9pPr>
              <a:defRPr sz="2025" b="0">
                <a:solidFill>
                  <a:srgbClr val="665F68"/>
                </a:solidFill>
                <a:latin typeface="Be Vietnam Pro"/>
                <a:ea typeface="Be Vietnam Pro"/>
                <a:cs typeface="Be Vietnam Pro"/>
              </a:defRPr>
            </a:lvl9pPr>
          </a:lstStyle>
          <a:p xmlns:a="http://schemas.openxmlformats.org/drawingml/2006/main">
            <a:pPr>
              <a:lnSpc>
                <a:spcPct val="116000"/>
              </a:lnSpc>
              <a:buNone/>
              <a:defRPr sz="2025" b="0">
                <a:solidFill>
                  <a:srgbClr val="665F68"/>
                </a:solidFill>
                <a:latin typeface="Be Vietnam Pro"/>
                <a:ea typeface="Be Vietnam Pro"/>
                <a:cs typeface="Be Vietnam Pro"/>
              </a:defRPr>
            </a:pPr>
            <a:r>
              <a:rPr sz="2025" b="0">
                <a:solidFill>
                  <a:srgbClr val="665F68"/>
                </a:solidFill>
                <a:latin typeface="Be Vietnam Pro"/>
                <a:ea typeface="Be Vietnam Pro"/>
                <a:cs typeface="Be Vietnam Pro"/>
              </a:rPr>
              <a:t>Issued documents need a clear path back to their records.</a:t>
            </a:r>
          </a:p>
        </p:txBody>
      </p:sp>
      <p:sp>
        <p:nvSpPr>
          <p:cNvPr id="13" name="source-note">
            <a:extLst xmlns:a="http://schemas.openxmlformats.org/drawingml/2006/main">
              <a:ext uri="{FF2B5EF4-FFF2-40B4-BE49-F238E27FC236}">
                <a16:creationId xmlns:a16="http://schemas.microsoft.com/office/drawing/2014/main" id="{2F1122F3-C89F-49C7-8FBF-976A6E0B457E}"/>
              </a:ext>
            </a:extLst>
          </p:cNvPr>
          <p:cNvSpPr>
            <a:spLocks xmlns:a="http://schemas.openxmlformats.org/drawingml/2006/main" noGrp="1"/>
          </p:cNvSpPr>
          <p:nvPr/>
        </p:nvSpPr>
        <p:spPr>
          <a:xfrm xmlns:a="http://schemas.openxmlformats.org/drawingml/2006/main">
            <a:off x="609600" y="5905500"/>
            <a:ext cx="1057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125" b="0">
                <a:solidFill>
                  <a:srgbClr val="665F68"/>
                </a:solidFill>
                <a:latin typeface="Be Vietnam Pro"/>
                <a:ea typeface="Be Vietnam Pro"/>
                <a:cs typeface="Be Vietnam Pro"/>
              </a:defRPr>
            </a:defPPr>
            <a:lvl1pPr>
              <a:defRPr sz="1125" b="0">
                <a:solidFill>
                  <a:srgbClr val="665F68"/>
                </a:solidFill>
                <a:latin typeface="Be Vietnam Pro"/>
                <a:ea typeface="Be Vietnam Pro"/>
                <a:cs typeface="Be Vietnam Pro"/>
              </a:defRPr>
            </a:lvl1pPr>
            <a:lvl2pPr>
              <a:defRPr sz="1125" b="0">
                <a:solidFill>
                  <a:srgbClr val="665F68"/>
                </a:solidFill>
                <a:latin typeface="Be Vietnam Pro"/>
                <a:ea typeface="Be Vietnam Pro"/>
                <a:cs typeface="Be Vietnam Pro"/>
              </a:defRPr>
            </a:lvl2pPr>
            <a:lvl3pPr>
              <a:defRPr sz="1125" b="0">
                <a:solidFill>
                  <a:srgbClr val="665F68"/>
                </a:solidFill>
                <a:latin typeface="Be Vietnam Pro"/>
                <a:ea typeface="Be Vietnam Pro"/>
                <a:cs typeface="Be Vietnam Pro"/>
              </a:defRPr>
            </a:lvl3pPr>
            <a:lvl4pPr>
              <a:defRPr sz="1125" b="0">
                <a:solidFill>
                  <a:srgbClr val="665F68"/>
                </a:solidFill>
                <a:latin typeface="Be Vietnam Pro"/>
                <a:ea typeface="Be Vietnam Pro"/>
                <a:cs typeface="Be Vietnam Pro"/>
              </a:defRPr>
            </a:lvl4pPr>
            <a:lvl5pPr>
              <a:defRPr sz="1125" b="0">
                <a:solidFill>
                  <a:srgbClr val="665F68"/>
                </a:solidFill>
                <a:latin typeface="Be Vietnam Pro"/>
                <a:ea typeface="Be Vietnam Pro"/>
                <a:cs typeface="Be Vietnam Pro"/>
              </a:defRPr>
            </a:lvl5pPr>
            <a:lvl6pPr>
              <a:defRPr sz="1125" b="0">
                <a:solidFill>
                  <a:srgbClr val="665F68"/>
                </a:solidFill>
                <a:latin typeface="Be Vietnam Pro"/>
                <a:ea typeface="Be Vietnam Pro"/>
                <a:cs typeface="Be Vietnam Pro"/>
              </a:defRPr>
            </a:lvl6pPr>
            <a:lvl7pPr>
              <a:defRPr sz="1125" b="0">
                <a:solidFill>
                  <a:srgbClr val="665F68"/>
                </a:solidFill>
                <a:latin typeface="Be Vietnam Pro"/>
                <a:ea typeface="Be Vietnam Pro"/>
                <a:cs typeface="Be Vietnam Pro"/>
              </a:defRPr>
            </a:lvl7pPr>
            <a:lvl8pPr>
              <a:defRPr sz="1125" b="0">
                <a:solidFill>
                  <a:srgbClr val="665F68"/>
                </a:solidFill>
                <a:latin typeface="Be Vietnam Pro"/>
                <a:ea typeface="Be Vietnam Pro"/>
                <a:cs typeface="Be Vietnam Pro"/>
              </a:defRPr>
            </a:lvl8pPr>
            <a:lvl9pPr>
              <a:defRPr sz="1125" b="0">
                <a:solidFill>
                  <a:srgbClr val="665F68"/>
                </a:solidFill>
                <a:latin typeface="Be Vietnam Pro"/>
                <a:ea typeface="Be Vietnam Pro"/>
                <a:cs typeface="Be Vietnam Pro"/>
              </a:defRPr>
            </a:lvl9pPr>
          </a:lstStyle>
          <a:p xmlns:a="http://schemas.openxmlformats.org/drawingml/2006/main">
            <a:pPr>
              <a:lnSpc>
                <a:spcPct val="116000"/>
              </a:lnSpc>
              <a:buNone/>
              <a:defRPr sz="1125" b="0">
                <a:solidFill>
                  <a:srgbClr val="665F68"/>
                </a:solidFill>
                <a:latin typeface="Be Vietnam Pro"/>
                <a:ea typeface="Be Vietnam Pro"/>
                <a:cs typeface="Be Vietnam Pro"/>
              </a:defRPr>
            </a:pPr>
            <a:r>
              <a:rPr sz="1125" b="0">
                <a:solidFill>
                  <a:srgbClr val="665F68"/>
                </a:solidFill>
                <a:latin typeface="Be Vietnam Pro"/>
                <a:ea typeface="Be Vietnam Pro"/>
                <a:cs typeface="Be Vietnam Pro"/>
              </a:rPr>
              <a:t>Product hypothesis to validate with applicants and licensed notary offices</a:t>
            </a:r>
          </a:p>
        </p:txBody>
      </p:sp>
    </p:spTree>
    <p:extLst>
      <p:ext uri="{BB962C8B-B14F-4D97-AF65-F5344CB8AC3E}">
        <p14:creationId xmlns:p14="http://schemas.microsoft.com/office/powerpoint/2010/main" val="1044427096"/>
      </p:ext>
    </p:extLst>
  </p:cSld>
</p:sld>
</file>

<file path=ppt/slides/slide3.xml><?xml version="1.0" encoding="utf-8"?>
<p:sld xmlns:p="http://schemas.openxmlformats.org/presentationml/2006/main">
  <p:cSld>
    <p:bg>
      <p:bgPr>
        <a:solidFill xmlns:a="http://schemas.openxmlformats.org/drawingml/2006/main">
          <a:srgbClr val="FAF8F5"/>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77629896-7922-48D9-8FAB-F172A3CDF40D}"/>
              </a:ext>
            </a:extLst>
          </p:cNvPr>
          <p:cNvPicPr>
            <a:picLocks xmlns:a="http://schemas.openxmlformats.org/drawingml/2006/main" noChangeAspect="1"/>
          </p:cNvPicPr>
          <p:nvPr/>
        </p:nvPicPr>
        <p:blipFill>
          <a:blip xmlns:r="http://schemas.openxmlformats.org/officeDocument/2006/relationships" xmlns:a="http://schemas.openxmlformats.org/drawingml/2006/main" r:embed="R08b7e7e9a0f14400">
            <a:extLst>
              <a:ext uri="{96DAC541-7B7A-43D3-8B79-37D633B846F1}">
                <asvg:svgBlip xmlns:asvg="http://schemas.microsoft.com/office/drawing/2016/SVG/main" r:embed="R3cbb914746104f65"/>
              </a:ext>
            </a:extLst>
          </a:blip>
          <a:stretch xmlns:a="http://schemas.openxmlformats.org/drawingml/2006/main"/>
        </p:blipFill>
        <p:spPr>
          <a:xfrm xmlns:a="http://schemas.openxmlformats.org/drawingml/2006/main">
            <a:off x="609600" y="323850"/>
            <a:ext cx="1495425" cy="419100"/>
          </a:xfrm>
          <a:prstGeom xmlns:a="http://schemas.openxmlformats.org/drawingml/2006/main" prst="rect">
            <a:avLst/>
          </a:prstGeom>
        </p:spPr>
      </p:pic>
      <p:sp>
        <p:nvSpPr>
          <p:cNvPr id="2" name="title">
            <a:extLst xmlns:a="http://schemas.openxmlformats.org/drawingml/2006/main">
              <a:ext uri="{FF2B5EF4-FFF2-40B4-BE49-F238E27FC236}">
                <a16:creationId xmlns:a16="http://schemas.microsoft.com/office/drawing/2014/main" id="{AA5DB990-1352-43E8-B137-09FC4526B3F3}"/>
              </a:ext>
            </a:extLst>
          </p:cNvPr>
          <p:cNvSpPr>
            <a:spLocks xmlns:a="http://schemas.openxmlformats.org/drawingml/2006/main" noGrp="1"/>
          </p:cNvSpPr>
          <p:nvPr/>
        </p:nvSpPr>
        <p:spPr>
          <a:xfrm xmlns:a="http://schemas.openxmlformats.org/drawingml/2006/main">
            <a:off x="609600" y="1066800"/>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675" b="1">
                <a:solidFill>
                  <a:srgbClr val="25222A"/>
                </a:solidFill>
                <a:latin typeface="Be Vietnam Pro"/>
                <a:ea typeface="Be Vietnam Pro"/>
                <a:cs typeface="Be Vietnam Pro"/>
              </a:defRPr>
            </a:defPPr>
            <a:lvl1pPr>
              <a:defRPr sz="3675" b="1">
                <a:solidFill>
                  <a:srgbClr val="25222A"/>
                </a:solidFill>
                <a:latin typeface="Be Vietnam Pro"/>
                <a:ea typeface="Be Vietnam Pro"/>
                <a:cs typeface="Be Vietnam Pro"/>
              </a:defRPr>
            </a:lvl1pPr>
            <a:lvl2pPr>
              <a:defRPr sz="3675" b="1">
                <a:solidFill>
                  <a:srgbClr val="25222A"/>
                </a:solidFill>
                <a:latin typeface="Be Vietnam Pro"/>
                <a:ea typeface="Be Vietnam Pro"/>
                <a:cs typeface="Be Vietnam Pro"/>
              </a:defRPr>
            </a:lvl2pPr>
            <a:lvl3pPr>
              <a:defRPr sz="3675" b="1">
                <a:solidFill>
                  <a:srgbClr val="25222A"/>
                </a:solidFill>
                <a:latin typeface="Be Vietnam Pro"/>
                <a:ea typeface="Be Vietnam Pro"/>
                <a:cs typeface="Be Vietnam Pro"/>
              </a:defRPr>
            </a:lvl3pPr>
            <a:lvl4pPr>
              <a:defRPr sz="3675" b="1">
                <a:solidFill>
                  <a:srgbClr val="25222A"/>
                </a:solidFill>
                <a:latin typeface="Be Vietnam Pro"/>
                <a:ea typeface="Be Vietnam Pro"/>
                <a:cs typeface="Be Vietnam Pro"/>
              </a:defRPr>
            </a:lvl4pPr>
            <a:lvl5pPr>
              <a:defRPr sz="3675" b="1">
                <a:solidFill>
                  <a:srgbClr val="25222A"/>
                </a:solidFill>
                <a:latin typeface="Be Vietnam Pro"/>
                <a:ea typeface="Be Vietnam Pro"/>
                <a:cs typeface="Be Vietnam Pro"/>
              </a:defRPr>
            </a:lvl5pPr>
            <a:lvl6pPr>
              <a:defRPr sz="3675" b="1">
                <a:solidFill>
                  <a:srgbClr val="25222A"/>
                </a:solidFill>
                <a:latin typeface="Be Vietnam Pro"/>
                <a:ea typeface="Be Vietnam Pro"/>
                <a:cs typeface="Be Vietnam Pro"/>
              </a:defRPr>
            </a:lvl6pPr>
            <a:lvl7pPr>
              <a:defRPr sz="3675" b="1">
                <a:solidFill>
                  <a:srgbClr val="25222A"/>
                </a:solidFill>
                <a:latin typeface="Be Vietnam Pro"/>
                <a:ea typeface="Be Vietnam Pro"/>
                <a:cs typeface="Be Vietnam Pro"/>
              </a:defRPr>
            </a:lvl7pPr>
            <a:lvl8pPr>
              <a:defRPr sz="3675" b="1">
                <a:solidFill>
                  <a:srgbClr val="25222A"/>
                </a:solidFill>
                <a:latin typeface="Be Vietnam Pro"/>
                <a:ea typeface="Be Vietnam Pro"/>
                <a:cs typeface="Be Vietnam Pro"/>
              </a:defRPr>
            </a:lvl8pPr>
            <a:lvl9pPr>
              <a:defRPr sz="3675" b="1">
                <a:solidFill>
                  <a:srgbClr val="25222A"/>
                </a:solidFill>
                <a:latin typeface="Be Vietnam Pro"/>
                <a:ea typeface="Be Vietnam Pro"/>
                <a:cs typeface="Be Vietnam Pro"/>
              </a:defRPr>
            </a:lvl9pPr>
          </a:lstStyle>
          <a:p xmlns:a="http://schemas.openxmlformats.org/drawingml/2006/main">
            <a:pPr>
              <a:lnSpc>
                <a:spcPct val="116000"/>
              </a:lnSpc>
              <a:buNone/>
              <a:defRPr sz="3675" b="1">
                <a:solidFill>
                  <a:srgbClr val="25222A"/>
                </a:solidFill>
                <a:latin typeface="Be Vietnam Pro"/>
                <a:ea typeface="Be Vietnam Pro"/>
                <a:cs typeface="Be Vietnam Pro"/>
              </a:defRPr>
            </a:pPr>
            <a:r>
              <a:rPr sz="3675" b="1">
                <a:solidFill>
                  <a:srgbClr val="25222A"/>
                </a:solidFill>
                <a:latin typeface="Be Vietnam Pro"/>
                <a:ea typeface="Be Vietnam Pro"/>
                <a:cs typeface="Be Vietnam Pro"/>
              </a:rPr>
              <a:t>Who Trustify serves</a:t>
            </a:r>
          </a:p>
        </p:txBody>
      </p:sp>
      <p:sp>
        <p:nvSpPr>
          <p:cNvPr id="3" name="body">
            <a:extLst xmlns:a="http://schemas.openxmlformats.org/drawingml/2006/main">
              <a:ext uri="{FF2B5EF4-FFF2-40B4-BE49-F238E27FC236}">
                <a16:creationId xmlns:a16="http://schemas.microsoft.com/office/drawing/2014/main" id="{1E58EF20-B977-4746-A6B2-11965DEA28C8}"/>
              </a:ext>
            </a:extLst>
          </p:cNvPr>
          <p:cNvSpPr>
            <a:spLocks xmlns:a="http://schemas.openxmlformats.org/drawingml/2006/main" noGrp="1"/>
          </p:cNvSpPr>
          <p:nvPr/>
        </p:nvSpPr>
        <p:spPr>
          <a:xfrm xmlns:a="http://schemas.openxmlformats.org/drawingml/2006/main">
            <a:off x="609600" y="2200275"/>
            <a:ext cx="10572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665F68"/>
                </a:solidFill>
                <a:latin typeface="Be Vietnam Pro"/>
                <a:ea typeface="Be Vietnam Pro"/>
                <a:cs typeface="Be Vietnam Pro"/>
              </a:defRPr>
            </a:defPPr>
            <a:lvl1pPr>
              <a:defRPr sz="1875" b="0">
                <a:solidFill>
                  <a:srgbClr val="665F68"/>
                </a:solidFill>
                <a:latin typeface="Be Vietnam Pro"/>
                <a:ea typeface="Be Vietnam Pro"/>
                <a:cs typeface="Be Vietnam Pro"/>
              </a:defRPr>
            </a:lvl1pPr>
            <a:lvl2pPr>
              <a:defRPr sz="1875" b="0">
                <a:solidFill>
                  <a:srgbClr val="665F68"/>
                </a:solidFill>
                <a:latin typeface="Be Vietnam Pro"/>
                <a:ea typeface="Be Vietnam Pro"/>
                <a:cs typeface="Be Vietnam Pro"/>
              </a:defRPr>
            </a:lvl2pPr>
            <a:lvl3pPr>
              <a:defRPr sz="1875" b="0">
                <a:solidFill>
                  <a:srgbClr val="665F68"/>
                </a:solidFill>
                <a:latin typeface="Be Vietnam Pro"/>
                <a:ea typeface="Be Vietnam Pro"/>
                <a:cs typeface="Be Vietnam Pro"/>
              </a:defRPr>
            </a:lvl3pPr>
            <a:lvl4pPr>
              <a:defRPr sz="1875" b="0">
                <a:solidFill>
                  <a:srgbClr val="665F68"/>
                </a:solidFill>
                <a:latin typeface="Be Vietnam Pro"/>
                <a:ea typeface="Be Vietnam Pro"/>
                <a:cs typeface="Be Vietnam Pro"/>
              </a:defRPr>
            </a:lvl4pPr>
            <a:lvl5pPr>
              <a:defRPr sz="1875" b="0">
                <a:solidFill>
                  <a:srgbClr val="665F68"/>
                </a:solidFill>
                <a:latin typeface="Be Vietnam Pro"/>
                <a:ea typeface="Be Vietnam Pro"/>
                <a:cs typeface="Be Vietnam Pro"/>
              </a:defRPr>
            </a:lvl5pPr>
            <a:lvl6pPr>
              <a:defRPr sz="1875" b="0">
                <a:solidFill>
                  <a:srgbClr val="665F68"/>
                </a:solidFill>
                <a:latin typeface="Be Vietnam Pro"/>
                <a:ea typeface="Be Vietnam Pro"/>
                <a:cs typeface="Be Vietnam Pro"/>
              </a:defRPr>
            </a:lvl6pPr>
            <a:lvl7pPr>
              <a:defRPr sz="1875" b="0">
                <a:solidFill>
                  <a:srgbClr val="665F68"/>
                </a:solidFill>
                <a:latin typeface="Be Vietnam Pro"/>
                <a:ea typeface="Be Vietnam Pro"/>
                <a:cs typeface="Be Vietnam Pro"/>
              </a:defRPr>
            </a:lvl7pPr>
            <a:lvl8pPr>
              <a:defRPr sz="1875" b="0">
                <a:solidFill>
                  <a:srgbClr val="665F68"/>
                </a:solidFill>
                <a:latin typeface="Be Vietnam Pro"/>
                <a:ea typeface="Be Vietnam Pro"/>
                <a:cs typeface="Be Vietnam Pro"/>
              </a:defRPr>
            </a:lvl8pPr>
            <a:lvl9pPr>
              <a:defRPr sz="1875" b="0">
                <a:solidFill>
                  <a:srgbClr val="665F68"/>
                </a:solidFill>
                <a:latin typeface="Be Vietnam Pro"/>
                <a:ea typeface="Be Vietnam Pro"/>
                <a:cs typeface="Be Vietnam Pro"/>
              </a:defRPr>
            </a:lvl9pPr>
          </a:lstStyle>
          <a:p xmlns:a="http://schemas.openxmlformats.org/drawingml/2006/main">
            <a:pPr>
              <a:lnSpc>
                <a:spcPct val="116000"/>
              </a:lnSpc>
              <a:buNone/>
              <a:defRPr sz="1875" b="0">
                <a:solidFill>
                  <a:srgbClr val="665F68"/>
                </a:solidFill>
                <a:latin typeface="Be Vietnam Pro"/>
                <a:ea typeface="Be Vietnam Pro"/>
                <a:cs typeface="Be Vietnam Pro"/>
              </a:defRPr>
            </a:pPr>
            <a:r>
              <a:rPr sz="1875" b="0">
                <a:solidFill>
                  <a:srgbClr val="665F68"/>
                </a:solidFill>
                <a:latin typeface="Be Vietnam Pro"/>
                <a:ea typeface="Be Vietnam Pro"/>
                <a:cs typeface="Be Vietnam Pro"/>
              </a:rPr>
              <a:t>A shared case connects the people doing the work.</a:t>
            </a:r>
          </a:p>
        </p:txBody>
      </p:sp>
      <p:sp>
        <p:nvSpPr>
          <p:cNvPr id="4" name="page">
            <a:extLst xmlns:a="http://schemas.openxmlformats.org/drawingml/2006/main">
              <a:ext uri="{FF2B5EF4-FFF2-40B4-BE49-F238E27FC236}">
                <a16:creationId xmlns:a16="http://schemas.microsoft.com/office/drawing/2014/main" id="{732FD828-8C03-4E5A-A8DB-526A3A6195A8}"/>
              </a:ext>
            </a:extLst>
          </p:cNvPr>
          <p:cNvSpPr>
            <a:spLocks xmlns:a="http://schemas.openxmlformats.org/drawingml/2006/main" noGrp="1"/>
          </p:cNvSpPr>
          <p:nvPr/>
        </p:nvSpPr>
        <p:spPr>
          <a:xfrm xmlns:a="http://schemas.openxmlformats.org/drawingml/2006/main">
            <a:off x="11144250" y="6315075"/>
            <a:ext cx="4381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a:solidFill>
                  <a:srgbClr val="665F68"/>
                </a:solidFill>
                <a:latin typeface="Be Vietnam Pro"/>
                <a:ea typeface="Be Vietnam Pro"/>
                <a:cs typeface="Be Vietnam Pro"/>
              </a:defRPr>
            </a:defPPr>
            <a:lvl1pPr>
              <a:defRPr sz="1200">
                <a:solidFill>
                  <a:srgbClr val="665F68"/>
                </a:solidFill>
                <a:latin typeface="Be Vietnam Pro"/>
                <a:ea typeface="Be Vietnam Pro"/>
                <a:cs typeface="Be Vietnam Pro"/>
              </a:defRPr>
            </a:lvl1pPr>
            <a:lvl2pPr>
              <a:defRPr sz="1200">
                <a:solidFill>
                  <a:srgbClr val="665F68"/>
                </a:solidFill>
                <a:latin typeface="Be Vietnam Pro"/>
                <a:ea typeface="Be Vietnam Pro"/>
                <a:cs typeface="Be Vietnam Pro"/>
              </a:defRPr>
            </a:lvl2pPr>
            <a:lvl3pPr>
              <a:defRPr sz="1200">
                <a:solidFill>
                  <a:srgbClr val="665F68"/>
                </a:solidFill>
                <a:latin typeface="Be Vietnam Pro"/>
                <a:ea typeface="Be Vietnam Pro"/>
                <a:cs typeface="Be Vietnam Pro"/>
              </a:defRPr>
            </a:lvl3pPr>
            <a:lvl4pPr>
              <a:defRPr sz="1200">
                <a:solidFill>
                  <a:srgbClr val="665F68"/>
                </a:solidFill>
                <a:latin typeface="Be Vietnam Pro"/>
                <a:ea typeface="Be Vietnam Pro"/>
                <a:cs typeface="Be Vietnam Pro"/>
              </a:defRPr>
            </a:lvl4pPr>
            <a:lvl5pPr>
              <a:defRPr sz="1200">
                <a:solidFill>
                  <a:srgbClr val="665F68"/>
                </a:solidFill>
                <a:latin typeface="Be Vietnam Pro"/>
                <a:ea typeface="Be Vietnam Pro"/>
                <a:cs typeface="Be Vietnam Pro"/>
              </a:defRPr>
            </a:lvl5pPr>
            <a:lvl6pPr>
              <a:defRPr sz="1200">
                <a:solidFill>
                  <a:srgbClr val="665F68"/>
                </a:solidFill>
                <a:latin typeface="Be Vietnam Pro"/>
                <a:ea typeface="Be Vietnam Pro"/>
                <a:cs typeface="Be Vietnam Pro"/>
              </a:defRPr>
            </a:lvl6pPr>
            <a:lvl7pPr>
              <a:defRPr sz="1200">
                <a:solidFill>
                  <a:srgbClr val="665F68"/>
                </a:solidFill>
                <a:latin typeface="Be Vietnam Pro"/>
                <a:ea typeface="Be Vietnam Pro"/>
                <a:cs typeface="Be Vietnam Pro"/>
              </a:defRPr>
            </a:lvl7pPr>
            <a:lvl8pPr>
              <a:defRPr sz="1200">
                <a:solidFill>
                  <a:srgbClr val="665F68"/>
                </a:solidFill>
                <a:latin typeface="Be Vietnam Pro"/>
                <a:ea typeface="Be Vietnam Pro"/>
                <a:cs typeface="Be Vietnam Pro"/>
              </a:defRPr>
            </a:lvl8pPr>
            <a:lvl9pPr>
              <a:defRPr sz="1200">
                <a:solidFill>
                  <a:srgbClr val="665F68"/>
                </a:solidFill>
                <a:latin typeface="Be Vietnam Pro"/>
                <a:ea typeface="Be Vietnam Pro"/>
                <a:cs typeface="Be Vietnam Pro"/>
              </a:defRPr>
            </a:lvl9pPr>
          </a:lstStyle>
          <a:p xmlns:a="http://schemas.openxmlformats.org/drawingml/2006/main">
            <a:pPr>
              <a:defRPr sz="1200">
                <a:solidFill>
                  <a:srgbClr val="665F68"/>
                </a:solidFill>
                <a:latin typeface="Be Vietnam Pro"/>
                <a:ea typeface="Be Vietnam Pro"/>
                <a:cs typeface="Be Vietnam Pro"/>
              </a:defRPr>
            </a:pPr>
            <a:r>
              <a:rPr sz="1200">
                <a:solidFill>
                  <a:srgbClr val="665F68"/>
                </a:solidFill>
                <a:latin typeface="Be Vietnam Pro"/>
                <a:ea typeface="Be Vietnam Pro"/>
                <a:cs typeface="Be Vietnam Pro"/>
              </a:rPr>
              <a:t>03</a:t>
            </a:r>
          </a:p>
        </p:txBody>
      </p:sp>
      <p:sp>
        <p:nvSpPr>
          <p:cNvPr id="5" name="body">
            <a:extLst xmlns:a="http://schemas.openxmlformats.org/drawingml/2006/main">
              <a:ext uri="{FF2B5EF4-FFF2-40B4-BE49-F238E27FC236}">
                <a16:creationId xmlns:a16="http://schemas.microsoft.com/office/drawing/2014/main" id="{B96B3EA8-DAE7-4C9A-8531-FB08412E4A2E}"/>
              </a:ext>
            </a:extLst>
          </p:cNvPr>
          <p:cNvSpPr>
            <a:spLocks xmlns:a="http://schemas.openxmlformats.org/drawingml/2006/main" noGrp="1"/>
          </p:cNvSpPr>
          <p:nvPr/>
        </p:nvSpPr>
        <p:spPr>
          <a:xfrm xmlns:a="http://schemas.openxmlformats.org/drawingml/2006/main">
            <a:off x="609600" y="3257550"/>
            <a:ext cx="952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75" b="1">
                <a:solidFill>
                  <a:srgbClr val="AA1D39"/>
                </a:solidFill>
                <a:latin typeface="Be Vietnam Pro"/>
                <a:ea typeface="Be Vietnam Pro"/>
                <a:cs typeface="Be Vietnam Pro"/>
              </a:defRPr>
            </a:defPPr>
            <a:lvl1pPr>
              <a:defRPr sz="3375" b="1">
                <a:solidFill>
                  <a:srgbClr val="AA1D39"/>
                </a:solidFill>
                <a:latin typeface="Be Vietnam Pro"/>
                <a:ea typeface="Be Vietnam Pro"/>
                <a:cs typeface="Be Vietnam Pro"/>
              </a:defRPr>
            </a:lvl1pPr>
            <a:lvl2pPr>
              <a:defRPr sz="3375" b="1">
                <a:solidFill>
                  <a:srgbClr val="AA1D39"/>
                </a:solidFill>
                <a:latin typeface="Be Vietnam Pro"/>
                <a:ea typeface="Be Vietnam Pro"/>
                <a:cs typeface="Be Vietnam Pro"/>
              </a:defRPr>
            </a:lvl2pPr>
            <a:lvl3pPr>
              <a:defRPr sz="3375" b="1">
                <a:solidFill>
                  <a:srgbClr val="AA1D39"/>
                </a:solidFill>
                <a:latin typeface="Be Vietnam Pro"/>
                <a:ea typeface="Be Vietnam Pro"/>
                <a:cs typeface="Be Vietnam Pro"/>
              </a:defRPr>
            </a:lvl3pPr>
            <a:lvl4pPr>
              <a:defRPr sz="3375" b="1">
                <a:solidFill>
                  <a:srgbClr val="AA1D39"/>
                </a:solidFill>
                <a:latin typeface="Be Vietnam Pro"/>
                <a:ea typeface="Be Vietnam Pro"/>
                <a:cs typeface="Be Vietnam Pro"/>
              </a:defRPr>
            </a:lvl4pPr>
            <a:lvl5pPr>
              <a:defRPr sz="3375" b="1">
                <a:solidFill>
                  <a:srgbClr val="AA1D39"/>
                </a:solidFill>
                <a:latin typeface="Be Vietnam Pro"/>
                <a:ea typeface="Be Vietnam Pro"/>
                <a:cs typeface="Be Vietnam Pro"/>
              </a:defRPr>
            </a:lvl5pPr>
            <a:lvl6pPr>
              <a:defRPr sz="3375" b="1">
                <a:solidFill>
                  <a:srgbClr val="AA1D39"/>
                </a:solidFill>
                <a:latin typeface="Be Vietnam Pro"/>
                <a:ea typeface="Be Vietnam Pro"/>
                <a:cs typeface="Be Vietnam Pro"/>
              </a:defRPr>
            </a:lvl6pPr>
            <a:lvl7pPr>
              <a:defRPr sz="3375" b="1">
                <a:solidFill>
                  <a:srgbClr val="AA1D39"/>
                </a:solidFill>
                <a:latin typeface="Be Vietnam Pro"/>
                <a:ea typeface="Be Vietnam Pro"/>
                <a:cs typeface="Be Vietnam Pro"/>
              </a:defRPr>
            </a:lvl7pPr>
            <a:lvl8pPr>
              <a:defRPr sz="3375" b="1">
                <a:solidFill>
                  <a:srgbClr val="AA1D39"/>
                </a:solidFill>
                <a:latin typeface="Be Vietnam Pro"/>
                <a:ea typeface="Be Vietnam Pro"/>
                <a:cs typeface="Be Vietnam Pro"/>
              </a:defRPr>
            </a:lvl8pPr>
            <a:lvl9pPr>
              <a:defRPr sz="3375" b="1">
                <a:solidFill>
                  <a:srgbClr val="AA1D39"/>
                </a:solidFill>
                <a:latin typeface="Be Vietnam Pro"/>
                <a:ea typeface="Be Vietnam Pro"/>
                <a:cs typeface="Be Vietnam Pro"/>
              </a:defRPr>
            </a:lvl9pPr>
          </a:lstStyle>
          <a:p xmlns:a="http://schemas.openxmlformats.org/drawingml/2006/main">
            <a:pPr>
              <a:lnSpc>
                <a:spcPct val="116000"/>
              </a:lnSpc>
              <a:buNone/>
              <a:defRPr sz="3375" b="1">
                <a:solidFill>
                  <a:srgbClr val="AA1D39"/>
                </a:solidFill>
                <a:latin typeface="Be Vietnam Pro"/>
                <a:ea typeface="Be Vietnam Pro"/>
                <a:cs typeface="Be Vietnam Pro"/>
              </a:defRPr>
            </a:pPr>
            <a:r>
              <a:rPr sz="3375" b="1">
                <a:solidFill>
                  <a:srgbClr val="AA1D39"/>
                </a:solidFill>
                <a:latin typeface="Be Vietnam Pro"/>
                <a:ea typeface="Be Vietnam Pro"/>
                <a:cs typeface="Be Vietnam Pro"/>
              </a:rPr>
              <a:t>01</a:t>
            </a:r>
          </a:p>
        </p:txBody>
      </p:sp>
      <p:sp>
        <p:nvSpPr>
          <p:cNvPr id="6" name="body">
            <a:extLst xmlns:a="http://schemas.openxmlformats.org/drawingml/2006/main">
              <a:ext uri="{FF2B5EF4-FFF2-40B4-BE49-F238E27FC236}">
                <a16:creationId xmlns:a16="http://schemas.microsoft.com/office/drawing/2014/main" id="{7555EB02-B715-4264-BDCE-9C47C86E3685}"/>
              </a:ext>
            </a:extLst>
          </p:cNvPr>
          <p:cNvSpPr>
            <a:spLocks xmlns:a="http://schemas.openxmlformats.org/drawingml/2006/main" noGrp="1"/>
          </p:cNvSpPr>
          <p:nvPr/>
        </p:nvSpPr>
        <p:spPr>
          <a:xfrm xmlns:a="http://schemas.openxmlformats.org/drawingml/2006/main">
            <a:off x="609600" y="4048125"/>
            <a:ext cx="3286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1">
                <a:solidFill>
                  <a:srgbClr val="25222A"/>
                </a:solidFill>
                <a:latin typeface="Be Vietnam Pro"/>
                <a:ea typeface="Be Vietnam Pro"/>
                <a:cs typeface="Be Vietnam Pro"/>
              </a:defRPr>
            </a:defPPr>
            <a:lvl1pPr>
              <a:defRPr sz="2175" b="1">
                <a:solidFill>
                  <a:srgbClr val="25222A"/>
                </a:solidFill>
                <a:latin typeface="Be Vietnam Pro"/>
                <a:ea typeface="Be Vietnam Pro"/>
                <a:cs typeface="Be Vietnam Pro"/>
              </a:defRPr>
            </a:lvl1pPr>
            <a:lvl2pPr>
              <a:defRPr sz="2175" b="1">
                <a:solidFill>
                  <a:srgbClr val="25222A"/>
                </a:solidFill>
                <a:latin typeface="Be Vietnam Pro"/>
                <a:ea typeface="Be Vietnam Pro"/>
                <a:cs typeface="Be Vietnam Pro"/>
              </a:defRPr>
            </a:lvl2pPr>
            <a:lvl3pPr>
              <a:defRPr sz="2175" b="1">
                <a:solidFill>
                  <a:srgbClr val="25222A"/>
                </a:solidFill>
                <a:latin typeface="Be Vietnam Pro"/>
                <a:ea typeface="Be Vietnam Pro"/>
                <a:cs typeface="Be Vietnam Pro"/>
              </a:defRPr>
            </a:lvl3pPr>
            <a:lvl4pPr>
              <a:defRPr sz="2175" b="1">
                <a:solidFill>
                  <a:srgbClr val="25222A"/>
                </a:solidFill>
                <a:latin typeface="Be Vietnam Pro"/>
                <a:ea typeface="Be Vietnam Pro"/>
                <a:cs typeface="Be Vietnam Pro"/>
              </a:defRPr>
            </a:lvl4pPr>
            <a:lvl5pPr>
              <a:defRPr sz="2175" b="1">
                <a:solidFill>
                  <a:srgbClr val="25222A"/>
                </a:solidFill>
                <a:latin typeface="Be Vietnam Pro"/>
                <a:ea typeface="Be Vietnam Pro"/>
                <a:cs typeface="Be Vietnam Pro"/>
              </a:defRPr>
            </a:lvl5pPr>
            <a:lvl6pPr>
              <a:defRPr sz="2175" b="1">
                <a:solidFill>
                  <a:srgbClr val="25222A"/>
                </a:solidFill>
                <a:latin typeface="Be Vietnam Pro"/>
                <a:ea typeface="Be Vietnam Pro"/>
                <a:cs typeface="Be Vietnam Pro"/>
              </a:defRPr>
            </a:lvl6pPr>
            <a:lvl7pPr>
              <a:defRPr sz="2175" b="1">
                <a:solidFill>
                  <a:srgbClr val="25222A"/>
                </a:solidFill>
                <a:latin typeface="Be Vietnam Pro"/>
                <a:ea typeface="Be Vietnam Pro"/>
                <a:cs typeface="Be Vietnam Pro"/>
              </a:defRPr>
            </a:lvl7pPr>
            <a:lvl8pPr>
              <a:defRPr sz="2175" b="1">
                <a:solidFill>
                  <a:srgbClr val="25222A"/>
                </a:solidFill>
                <a:latin typeface="Be Vietnam Pro"/>
                <a:ea typeface="Be Vietnam Pro"/>
                <a:cs typeface="Be Vietnam Pro"/>
              </a:defRPr>
            </a:lvl8pPr>
            <a:lvl9pPr>
              <a:defRPr sz="2175" b="1">
                <a:solidFill>
                  <a:srgbClr val="25222A"/>
                </a:solidFill>
                <a:latin typeface="Be Vietnam Pro"/>
                <a:ea typeface="Be Vietnam Pro"/>
                <a:cs typeface="Be Vietnam Pro"/>
              </a:defRPr>
            </a:lvl9pPr>
          </a:lstStyle>
          <a:p xmlns:a="http://schemas.openxmlformats.org/drawingml/2006/main">
            <a:pPr>
              <a:lnSpc>
                <a:spcPct val="116000"/>
              </a:lnSpc>
              <a:buNone/>
              <a:defRPr sz="2175" b="1">
                <a:solidFill>
                  <a:srgbClr val="25222A"/>
                </a:solidFill>
                <a:latin typeface="Be Vietnam Pro"/>
                <a:ea typeface="Be Vietnam Pro"/>
                <a:cs typeface="Be Vietnam Pro"/>
              </a:defRPr>
            </a:pPr>
            <a:r>
              <a:rPr sz="2175" b="1">
                <a:solidFill>
                  <a:srgbClr val="25222A"/>
                </a:solidFill>
                <a:latin typeface="Be Vietnam Pro"/>
                <a:ea typeface="Be Vietnam Pro"/>
                <a:cs typeface="Be Vietnam Pro"/>
              </a:rPr>
              <a:t>Individuals</a:t>
            </a:r>
          </a:p>
        </p:txBody>
      </p:sp>
      <p:sp>
        <p:nvSpPr>
          <p:cNvPr id="7" name="body">
            <a:extLst xmlns:a="http://schemas.openxmlformats.org/drawingml/2006/main">
              <a:ext uri="{FF2B5EF4-FFF2-40B4-BE49-F238E27FC236}">
                <a16:creationId xmlns:a16="http://schemas.microsoft.com/office/drawing/2014/main" id="{B6E59349-8CBA-46B0-B3FB-AE26135FAF84}"/>
              </a:ext>
            </a:extLst>
          </p:cNvPr>
          <p:cNvSpPr>
            <a:spLocks xmlns:a="http://schemas.openxmlformats.org/drawingml/2006/main" noGrp="1"/>
          </p:cNvSpPr>
          <p:nvPr/>
        </p:nvSpPr>
        <p:spPr>
          <a:xfrm xmlns:a="http://schemas.openxmlformats.org/drawingml/2006/main">
            <a:off x="609600" y="4781550"/>
            <a:ext cx="328612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950" b="0">
                <a:solidFill>
                  <a:srgbClr val="665F68"/>
                </a:solidFill>
                <a:latin typeface="Be Vietnam Pro"/>
                <a:ea typeface="Be Vietnam Pro"/>
                <a:cs typeface="Be Vietnam Pro"/>
              </a:defRPr>
            </a:defPPr>
            <a:lvl1pPr>
              <a:defRPr sz="1950" b="0">
                <a:solidFill>
                  <a:srgbClr val="665F68"/>
                </a:solidFill>
                <a:latin typeface="Be Vietnam Pro"/>
                <a:ea typeface="Be Vietnam Pro"/>
                <a:cs typeface="Be Vietnam Pro"/>
              </a:defRPr>
            </a:lvl1pPr>
            <a:lvl2pPr>
              <a:defRPr sz="1950" b="0">
                <a:solidFill>
                  <a:srgbClr val="665F68"/>
                </a:solidFill>
                <a:latin typeface="Be Vietnam Pro"/>
                <a:ea typeface="Be Vietnam Pro"/>
                <a:cs typeface="Be Vietnam Pro"/>
              </a:defRPr>
            </a:lvl2pPr>
            <a:lvl3pPr>
              <a:defRPr sz="1950" b="0">
                <a:solidFill>
                  <a:srgbClr val="665F68"/>
                </a:solidFill>
                <a:latin typeface="Be Vietnam Pro"/>
                <a:ea typeface="Be Vietnam Pro"/>
                <a:cs typeface="Be Vietnam Pro"/>
              </a:defRPr>
            </a:lvl3pPr>
            <a:lvl4pPr>
              <a:defRPr sz="1950" b="0">
                <a:solidFill>
                  <a:srgbClr val="665F68"/>
                </a:solidFill>
                <a:latin typeface="Be Vietnam Pro"/>
                <a:ea typeface="Be Vietnam Pro"/>
                <a:cs typeface="Be Vietnam Pro"/>
              </a:defRPr>
            </a:lvl4pPr>
            <a:lvl5pPr>
              <a:defRPr sz="1950" b="0">
                <a:solidFill>
                  <a:srgbClr val="665F68"/>
                </a:solidFill>
                <a:latin typeface="Be Vietnam Pro"/>
                <a:ea typeface="Be Vietnam Pro"/>
                <a:cs typeface="Be Vietnam Pro"/>
              </a:defRPr>
            </a:lvl5pPr>
            <a:lvl6pPr>
              <a:defRPr sz="1950" b="0">
                <a:solidFill>
                  <a:srgbClr val="665F68"/>
                </a:solidFill>
                <a:latin typeface="Be Vietnam Pro"/>
                <a:ea typeface="Be Vietnam Pro"/>
                <a:cs typeface="Be Vietnam Pro"/>
              </a:defRPr>
            </a:lvl6pPr>
            <a:lvl7pPr>
              <a:defRPr sz="1950" b="0">
                <a:solidFill>
                  <a:srgbClr val="665F68"/>
                </a:solidFill>
                <a:latin typeface="Be Vietnam Pro"/>
                <a:ea typeface="Be Vietnam Pro"/>
                <a:cs typeface="Be Vietnam Pro"/>
              </a:defRPr>
            </a:lvl7pPr>
            <a:lvl8pPr>
              <a:defRPr sz="1950" b="0">
                <a:solidFill>
                  <a:srgbClr val="665F68"/>
                </a:solidFill>
                <a:latin typeface="Be Vietnam Pro"/>
                <a:ea typeface="Be Vietnam Pro"/>
                <a:cs typeface="Be Vietnam Pro"/>
              </a:defRPr>
            </a:lvl8pPr>
            <a:lvl9pPr>
              <a:defRPr sz="1950" b="0">
                <a:solidFill>
                  <a:srgbClr val="665F68"/>
                </a:solidFill>
                <a:latin typeface="Be Vietnam Pro"/>
                <a:ea typeface="Be Vietnam Pro"/>
                <a:cs typeface="Be Vietnam Pro"/>
              </a:defRPr>
            </a:lvl9pPr>
          </a:lstStyle>
          <a:p xmlns:a="http://schemas.openxmlformats.org/drawingml/2006/main">
            <a:pPr>
              <a:lnSpc>
                <a:spcPct val="116000"/>
              </a:lnSpc>
              <a:buNone/>
              <a:defRPr sz="1950" b="0">
                <a:solidFill>
                  <a:srgbClr val="665F68"/>
                </a:solidFill>
                <a:latin typeface="Be Vietnam Pro"/>
                <a:ea typeface="Be Vietnam Pro"/>
                <a:cs typeface="Be Vietnam Pro"/>
              </a:defRPr>
            </a:pPr>
            <a:r>
              <a:rPr sz="1950" b="0">
                <a:solidFill>
                  <a:srgbClr val="665F68"/>
                </a:solidFill>
                <a:latin typeface="Be Vietnam Pro"/>
                <a:ea typeface="Be Vietnam Pro"/>
                <a:cs typeface="Be Vietnam Pro"/>
              </a:rPr>
              <a:t>Prepare a hồ sơ công chứng and follow its progress.</a:t>
            </a:r>
          </a:p>
        </p:txBody>
      </p:sp>
      <p:sp>
        <p:nvSpPr>
          <p:cNvPr id="8" name="body">
            <a:extLst xmlns:a="http://schemas.openxmlformats.org/drawingml/2006/main">
              <a:ext uri="{FF2B5EF4-FFF2-40B4-BE49-F238E27FC236}">
                <a16:creationId xmlns:a16="http://schemas.microsoft.com/office/drawing/2014/main" id="{B803DA31-2772-4A5C-937C-E33E373A8E70}"/>
              </a:ext>
            </a:extLst>
          </p:cNvPr>
          <p:cNvSpPr>
            <a:spLocks xmlns:a="http://schemas.openxmlformats.org/drawingml/2006/main" noGrp="1"/>
          </p:cNvSpPr>
          <p:nvPr/>
        </p:nvSpPr>
        <p:spPr>
          <a:xfrm xmlns:a="http://schemas.openxmlformats.org/drawingml/2006/main">
            <a:off x="4314825" y="3257550"/>
            <a:ext cx="952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75" b="1">
                <a:solidFill>
                  <a:srgbClr val="AA1D39"/>
                </a:solidFill>
                <a:latin typeface="Be Vietnam Pro"/>
                <a:ea typeface="Be Vietnam Pro"/>
                <a:cs typeface="Be Vietnam Pro"/>
              </a:defRPr>
            </a:defPPr>
            <a:lvl1pPr>
              <a:defRPr sz="3375" b="1">
                <a:solidFill>
                  <a:srgbClr val="AA1D39"/>
                </a:solidFill>
                <a:latin typeface="Be Vietnam Pro"/>
                <a:ea typeface="Be Vietnam Pro"/>
                <a:cs typeface="Be Vietnam Pro"/>
              </a:defRPr>
            </a:lvl1pPr>
            <a:lvl2pPr>
              <a:defRPr sz="3375" b="1">
                <a:solidFill>
                  <a:srgbClr val="AA1D39"/>
                </a:solidFill>
                <a:latin typeface="Be Vietnam Pro"/>
                <a:ea typeface="Be Vietnam Pro"/>
                <a:cs typeface="Be Vietnam Pro"/>
              </a:defRPr>
            </a:lvl2pPr>
            <a:lvl3pPr>
              <a:defRPr sz="3375" b="1">
                <a:solidFill>
                  <a:srgbClr val="AA1D39"/>
                </a:solidFill>
                <a:latin typeface="Be Vietnam Pro"/>
                <a:ea typeface="Be Vietnam Pro"/>
                <a:cs typeface="Be Vietnam Pro"/>
              </a:defRPr>
            </a:lvl3pPr>
            <a:lvl4pPr>
              <a:defRPr sz="3375" b="1">
                <a:solidFill>
                  <a:srgbClr val="AA1D39"/>
                </a:solidFill>
                <a:latin typeface="Be Vietnam Pro"/>
                <a:ea typeface="Be Vietnam Pro"/>
                <a:cs typeface="Be Vietnam Pro"/>
              </a:defRPr>
            </a:lvl4pPr>
            <a:lvl5pPr>
              <a:defRPr sz="3375" b="1">
                <a:solidFill>
                  <a:srgbClr val="AA1D39"/>
                </a:solidFill>
                <a:latin typeface="Be Vietnam Pro"/>
                <a:ea typeface="Be Vietnam Pro"/>
                <a:cs typeface="Be Vietnam Pro"/>
              </a:defRPr>
            </a:lvl5pPr>
            <a:lvl6pPr>
              <a:defRPr sz="3375" b="1">
                <a:solidFill>
                  <a:srgbClr val="AA1D39"/>
                </a:solidFill>
                <a:latin typeface="Be Vietnam Pro"/>
                <a:ea typeface="Be Vietnam Pro"/>
                <a:cs typeface="Be Vietnam Pro"/>
              </a:defRPr>
            </a:lvl6pPr>
            <a:lvl7pPr>
              <a:defRPr sz="3375" b="1">
                <a:solidFill>
                  <a:srgbClr val="AA1D39"/>
                </a:solidFill>
                <a:latin typeface="Be Vietnam Pro"/>
                <a:ea typeface="Be Vietnam Pro"/>
                <a:cs typeface="Be Vietnam Pro"/>
              </a:defRPr>
            </a:lvl7pPr>
            <a:lvl8pPr>
              <a:defRPr sz="3375" b="1">
                <a:solidFill>
                  <a:srgbClr val="AA1D39"/>
                </a:solidFill>
                <a:latin typeface="Be Vietnam Pro"/>
                <a:ea typeface="Be Vietnam Pro"/>
                <a:cs typeface="Be Vietnam Pro"/>
              </a:defRPr>
            </a:lvl8pPr>
            <a:lvl9pPr>
              <a:defRPr sz="3375" b="1">
                <a:solidFill>
                  <a:srgbClr val="AA1D39"/>
                </a:solidFill>
                <a:latin typeface="Be Vietnam Pro"/>
                <a:ea typeface="Be Vietnam Pro"/>
                <a:cs typeface="Be Vietnam Pro"/>
              </a:defRPr>
            </a:lvl9pPr>
          </a:lstStyle>
          <a:p xmlns:a="http://schemas.openxmlformats.org/drawingml/2006/main">
            <a:pPr>
              <a:lnSpc>
                <a:spcPct val="116000"/>
              </a:lnSpc>
              <a:buNone/>
              <a:defRPr sz="3375" b="1">
                <a:solidFill>
                  <a:srgbClr val="AA1D39"/>
                </a:solidFill>
                <a:latin typeface="Be Vietnam Pro"/>
                <a:ea typeface="Be Vietnam Pro"/>
                <a:cs typeface="Be Vietnam Pro"/>
              </a:defRPr>
            </a:pPr>
            <a:r>
              <a:rPr sz="3375" b="1">
                <a:solidFill>
                  <a:srgbClr val="AA1D39"/>
                </a:solidFill>
                <a:latin typeface="Be Vietnam Pro"/>
                <a:ea typeface="Be Vietnam Pro"/>
                <a:cs typeface="Be Vietnam Pro"/>
              </a:rPr>
              <a:t>02</a:t>
            </a:r>
          </a:p>
        </p:txBody>
      </p:sp>
      <p:sp>
        <p:nvSpPr>
          <p:cNvPr id="9" name="body">
            <a:extLst xmlns:a="http://schemas.openxmlformats.org/drawingml/2006/main">
              <a:ext uri="{FF2B5EF4-FFF2-40B4-BE49-F238E27FC236}">
                <a16:creationId xmlns:a16="http://schemas.microsoft.com/office/drawing/2014/main" id="{5E63B970-F259-4531-81E4-6F353BFFB887}"/>
              </a:ext>
            </a:extLst>
          </p:cNvPr>
          <p:cNvSpPr>
            <a:spLocks xmlns:a="http://schemas.openxmlformats.org/drawingml/2006/main" noGrp="1"/>
          </p:cNvSpPr>
          <p:nvPr/>
        </p:nvSpPr>
        <p:spPr>
          <a:xfrm xmlns:a="http://schemas.openxmlformats.org/drawingml/2006/main">
            <a:off x="4314825" y="4048125"/>
            <a:ext cx="3286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1">
                <a:solidFill>
                  <a:srgbClr val="25222A"/>
                </a:solidFill>
                <a:latin typeface="Be Vietnam Pro"/>
                <a:ea typeface="Be Vietnam Pro"/>
                <a:cs typeface="Be Vietnam Pro"/>
              </a:defRPr>
            </a:defPPr>
            <a:lvl1pPr>
              <a:defRPr sz="2175" b="1">
                <a:solidFill>
                  <a:srgbClr val="25222A"/>
                </a:solidFill>
                <a:latin typeface="Be Vietnam Pro"/>
                <a:ea typeface="Be Vietnam Pro"/>
                <a:cs typeface="Be Vietnam Pro"/>
              </a:defRPr>
            </a:lvl1pPr>
            <a:lvl2pPr>
              <a:defRPr sz="2175" b="1">
                <a:solidFill>
                  <a:srgbClr val="25222A"/>
                </a:solidFill>
                <a:latin typeface="Be Vietnam Pro"/>
                <a:ea typeface="Be Vietnam Pro"/>
                <a:cs typeface="Be Vietnam Pro"/>
              </a:defRPr>
            </a:lvl2pPr>
            <a:lvl3pPr>
              <a:defRPr sz="2175" b="1">
                <a:solidFill>
                  <a:srgbClr val="25222A"/>
                </a:solidFill>
                <a:latin typeface="Be Vietnam Pro"/>
                <a:ea typeface="Be Vietnam Pro"/>
                <a:cs typeface="Be Vietnam Pro"/>
              </a:defRPr>
            </a:lvl3pPr>
            <a:lvl4pPr>
              <a:defRPr sz="2175" b="1">
                <a:solidFill>
                  <a:srgbClr val="25222A"/>
                </a:solidFill>
                <a:latin typeface="Be Vietnam Pro"/>
                <a:ea typeface="Be Vietnam Pro"/>
                <a:cs typeface="Be Vietnam Pro"/>
              </a:defRPr>
            </a:lvl4pPr>
            <a:lvl5pPr>
              <a:defRPr sz="2175" b="1">
                <a:solidFill>
                  <a:srgbClr val="25222A"/>
                </a:solidFill>
                <a:latin typeface="Be Vietnam Pro"/>
                <a:ea typeface="Be Vietnam Pro"/>
                <a:cs typeface="Be Vietnam Pro"/>
              </a:defRPr>
            </a:lvl5pPr>
            <a:lvl6pPr>
              <a:defRPr sz="2175" b="1">
                <a:solidFill>
                  <a:srgbClr val="25222A"/>
                </a:solidFill>
                <a:latin typeface="Be Vietnam Pro"/>
                <a:ea typeface="Be Vietnam Pro"/>
                <a:cs typeface="Be Vietnam Pro"/>
              </a:defRPr>
            </a:lvl6pPr>
            <a:lvl7pPr>
              <a:defRPr sz="2175" b="1">
                <a:solidFill>
                  <a:srgbClr val="25222A"/>
                </a:solidFill>
                <a:latin typeface="Be Vietnam Pro"/>
                <a:ea typeface="Be Vietnam Pro"/>
                <a:cs typeface="Be Vietnam Pro"/>
              </a:defRPr>
            </a:lvl7pPr>
            <a:lvl8pPr>
              <a:defRPr sz="2175" b="1">
                <a:solidFill>
                  <a:srgbClr val="25222A"/>
                </a:solidFill>
                <a:latin typeface="Be Vietnam Pro"/>
                <a:ea typeface="Be Vietnam Pro"/>
                <a:cs typeface="Be Vietnam Pro"/>
              </a:defRPr>
            </a:lvl8pPr>
            <a:lvl9pPr>
              <a:defRPr sz="2175" b="1">
                <a:solidFill>
                  <a:srgbClr val="25222A"/>
                </a:solidFill>
                <a:latin typeface="Be Vietnam Pro"/>
                <a:ea typeface="Be Vietnam Pro"/>
                <a:cs typeface="Be Vietnam Pro"/>
              </a:defRPr>
            </a:lvl9pPr>
          </a:lstStyle>
          <a:p xmlns:a="http://schemas.openxmlformats.org/drawingml/2006/main">
            <a:pPr>
              <a:lnSpc>
                <a:spcPct val="116000"/>
              </a:lnSpc>
              <a:buNone/>
              <a:defRPr sz="2175" b="1">
                <a:solidFill>
                  <a:srgbClr val="25222A"/>
                </a:solidFill>
                <a:latin typeface="Be Vietnam Pro"/>
                <a:ea typeface="Be Vietnam Pro"/>
                <a:cs typeface="Be Vietnam Pro"/>
              </a:defRPr>
            </a:pPr>
            <a:r>
              <a:rPr sz="2175" b="1">
                <a:solidFill>
                  <a:srgbClr val="25222A"/>
                </a:solidFill>
                <a:latin typeface="Be Vietnam Pro"/>
                <a:ea typeface="Be Vietnam Pro"/>
                <a:cs typeface="Be Vietnam Pro"/>
              </a:rPr>
              <a:t>Businesses</a:t>
            </a:r>
          </a:p>
        </p:txBody>
      </p:sp>
      <p:sp>
        <p:nvSpPr>
          <p:cNvPr id="10" name="body">
            <a:extLst xmlns:a="http://schemas.openxmlformats.org/drawingml/2006/main">
              <a:ext uri="{FF2B5EF4-FFF2-40B4-BE49-F238E27FC236}">
                <a16:creationId xmlns:a16="http://schemas.microsoft.com/office/drawing/2014/main" id="{51E1F1C9-865F-4417-9447-91E1918DCA9A}"/>
              </a:ext>
            </a:extLst>
          </p:cNvPr>
          <p:cNvSpPr>
            <a:spLocks xmlns:a="http://schemas.openxmlformats.org/drawingml/2006/main" noGrp="1"/>
          </p:cNvSpPr>
          <p:nvPr/>
        </p:nvSpPr>
        <p:spPr>
          <a:xfrm xmlns:a="http://schemas.openxmlformats.org/drawingml/2006/main">
            <a:off x="4314825" y="4781550"/>
            <a:ext cx="328612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950" b="0">
                <a:solidFill>
                  <a:srgbClr val="665F68"/>
                </a:solidFill>
                <a:latin typeface="Be Vietnam Pro"/>
                <a:ea typeface="Be Vietnam Pro"/>
                <a:cs typeface="Be Vietnam Pro"/>
              </a:defRPr>
            </a:defPPr>
            <a:lvl1pPr>
              <a:defRPr sz="1950" b="0">
                <a:solidFill>
                  <a:srgbClr val="665F68"/>
                </a:solidFill>
                <a:latin typeface="Be Vietnam Pro"/>
                <a:ea typeface="Be Vietnam Pro"/>
                <a:cs typeface="Be Vietnam Pro"/>
              </a:defRPr>
            </a:lvl1pPr>
            <a:lvl2pPr>
              <a:defRPr sz="1950" b="0">
                <a:solidFill>
                  <a:srgbClr val="665F68"/>
                </a:solidFill>
                <a:latin typeface="Be Vietnam Pro"/>
                <a:ea typeface="Be Vietnam Pro"/>
                <a:cs typeface="Be Vietnam Pro"/>
              </a:defRPr>
            </a:lvl2pPr>
            <a:lvl3pPr>
              <a:defRPr sz="1950" b="0">
                <a:solidFill>
                  <a:srgbClr val="665F68"/>
                </a:solidFill>
                <a:latin typeface="Be Vietnam Pro"/>
                <a:ea typeface="Be Vietnam Pro"/>
                <a:cs typeface="Be Vietnam Pro"/>
              </a:defRPr>
            </a:lvl3pPr>
            <a:lvl4pPr>
              <a:defRPr sz="1950" b="0">
                <a:solidFill>
                  <a:srgbClr val="665F68"/>
                </a:solidFill>
                <a:latin typeface="Be Vietnam Pro"/>
                <a:ea typeface="Be Vietnam Pro"/>
                <a:cs typeface="Be Vietnam Pro"/>
              </a:defRPr>
            </a:lvl4pPr>
            <a:lvl5pPr>
              <a:defRPr sz="1950" b="0">
                <a:solidFill>
                  <a:srgbClr val="665F68"/>
                </a:solidFill>
                <a:latin typeface="Be Vietnam Pro"/>
                <a:ea typeface="Be Vietnam Pro"/>
                <a:cs typeface="Be Vietnam Pro"/>
              </a:defRPr>
            </a:lvl5pPr>
            <a:lvl6pPr>
              <a:defRPr sz="1950" b="0">
                <a:solidFill>
                  <a:srgbClr val="665F68"/>
                </a:solidFill>
                <a:latin typeface="Be Vietnam Pro"/>
                <a:ea typeface="Be Vietnam Pro"/>
                <a:cs typeface="Be Vietnam Pro"/>
              </a:defRPr>
            </a:lvl6pPr>
            <a:lvl7pPr>
              <a:defRPr sz="1950" b="0">
                <a:solidFill>
                  <a:srgbClr val="665F68"/>
                </a:solidFill>
                <a:latin typeface="Be Vietnam Pro"/>
                <a:ea typeface="Be Vietnam Pro"/>
                <a:cs typeface="Be Vietnam Pro"/>
              </a:defRPr>
            </a:lvl7pPr>
            <a:lvl8pPr>
              <a:defRPr sz="1950" b="0">
                <a:solidFill>
                  <a:srgbClr val="665F68"/>
                </a:solidFill>
                <a:latin typeface="Be Vietnam Pro"/>
                <a:ea typeface="Be Vietnam Pro"/>
                <a:cs typeface="Be Vietnam Pro"/>
              </a:defRPr>
            </a:lvl8pPr>
            <a:lvl9pPr>
              <a:defRPr sz="1950" b="0">
                <a:solidFill>
                  <a:srgbClr val="665F68"/>
                </a:solidFill>
                <a:latin typeface="Be Vietnam Pro"/>
                <a:ea typeface="Be Vietnam Pro"/>
                <a:cs typeface="Be Vietnam Pro"/>
              </a:defRPr>
            </a:lvl9pPr>
          </a:lstStyle>
          <a:p xmlns:a="http://schemas.openxmlformats.org/drawingml/2006/main">
            <a:pPr>
              <a:lnSpc>
                <a:spcPct val="116000"/>
              </a:lnSpc>
              <a:buNone/>
              <a:defRPr sz="1950" b="0">
                <a:solidFill>
                  <a:srgbClr val="665F68"/>
                </a:solidFill>
                <a:latin typeface="Be Vietnam Pro"/>
                <a:ea typeface="Be Vietnam Pro"/>
                <a:cs typeface="Be Vietnam Pro"/>
              </a:defRPr>
            </a:pPr>
            <a:r>
              <a:rPr sz="1950" b="0">
                <a:solidFill>
                  <a:srgbClr val="665F68"/>
                </a:solidFill>
                <a:latin typeface="Be Vietnam Pro"/>
                <a:ea typeface="Be Vietnam Pro"/>
                <a:cs typeface="Be Vietnam Pro"/>
              </a:rPr>
              <a:t>Coordinate recurring document work with a notary office.</a:t>
            </a:r>
          </a:p>
        </p:txBody>
      </p:sp>
      <p:sp>
        <p:nvSpPr>
          <p:cNvPr id="11" name="body">
            <a:extLst xmlns:a="http://schemas.openxmlformats.org/drawingml/2006/main">
              <a:ext uri="{FF2B5EF4-FFF2-40B4-BE49-F238E27FC236}">
                <a16:creationId xmlns:a16="http://schemas.microsoft.com/office/drawing/2014/main" id="{DC26DFAD-0178-4E13-BC9D-41E9A229ADD7}"/>
              </a:ext>
            </a:extLst>
          </p:cNvPr>
          <p:cNvSpPr>
            <a:spLocks xmlns:a="http://schemas.openxmlformats.org/drawingml/2006/main" noGrp="1"/>
          </p:cNvSpPr>
          <p:nvPr/>
        </p:nvSpPr>
        <p:spPr>
          <a:xfrm xmlns:a="http://schemas.openxmlformats.org/drawingml/2006/main">
            <a:off x="8020050" y="3257550"/>
            <a:ext cx="952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75" b="1">
                <a:solidFill>
                  <a:srgbClr val="AA1D39"/>
                </a:solidFill>
                <a:latin typeface="Be Vietnam Pro"/>
                <a:ea typeface="Be Vietnam Pro"/>
                <a:cs typeface="Be Vietnam Pro"/>
              </a:defRPr>
            </a:defPPr>
            <a:lvl1pPr>
              <a:defRPr sz="3375" b="1">
                <a:solidFill>
                  <a:srgbClr val="AA1D39"/>
                </a:solidFill>
                <a:latin typeface="Be Vietnam Pro"/>
                <a:ea typeface="Be Vietnam Pro"/>
                <a:cs typeface="Be Vietnam Pro"/>
              </a:defRPr>
            </a:lvl1pPr>
            <a:lvl2pPr>
              <a:defRPr sz="3375" b="1">
                <a:solidFill>
                  <a:srgbClr val="AA1D39"/>
                </a:solidFill>
                <a:latin typeface="Be Vietnam Pro"/>
                <a:ea typeface="Be Vietnam Pro"/>
                <a:cs typeface="Be Vietnam Pro"/>
              </a:defRPr>
            </a:lvl2pPr>
            <a:lvl3pPr>
              <a:defRPr sz="3375" b="1">
                <a:solidFill>
                  <a:srgbClr val="AA1D39"/>
                </a:solidFill>
                <a:latin typeface="Be Vietnam Pro"/>
                <a:ea typeface="Be Vietnam Pro"/>
                <a:cs typeface="Be Vietnam Pro"/>
              </a:defRPr>
            </a:lvl3pPr>
            <a:lvl4pPr>
              <a:defRPr sz="3375" b="1">
                <a:solidFill>
                  <a:srgbClr val="AA1D39"/>
                </a:solidFill>
                <a:latin typeface="Be Vietnam Pro"/>
                <a:ea typeface="Be Vietnam Pro"/>
                <a:cs typeface="Be Vietnam Pro"/>
              </a:defRPr>
            </a:lvl4pPr>
            <a:lvl5pPr>
              <a:defRPr sz="3375" b="1">
                <a:solidFill>
                  <a:srgbClr val="AA1D39"/>
                </a:solidFill>
                <a:latin typeface="Be Vietnam Pro"/>
                <a:ea typeface="Be Vietnam Pro"/>
                <a:cs typeface="Be Vietnam Pro"/>
              </a:defRPr>
            </a:lvl5pPr>
            <a:lvl6pPr>
              <a:defRPr sz="3375" b="1">
                <a:solidFill>
                  <a:srgbClr val="AA1D39"/>
                </a:solidFill>
                <a:latin typeface="Be Vietnam Pro"/>
                <a:ea typeface="Be Vietnam Pro"/>
                <a:cs typeface="Be Vietnam Pro"/>
              </a:defRPr>
            </a:lvl6pPr>
            <a:lvl7pPr>
              <a:defRPr sz="3375" b="1">
                <a:solidFill>
                  <a:srgbClr val="AA1D39"/>
                </a:solidFill>
                <a:latin typeface="Be Vietnam Pro"/>
                <a:ea typeface="Be Vietnam Pro"/>
                <a:cs typeface="Be Vietnam Pro"/>
              </a:defRPr>
            </a:lvl7pPr>
            <a:lvl8pPr>
              <a:defRPr sz="3375" b="1">
                <a:solidFill>
                  <a:srgbClr val="AA1D39"/>
                </a:solidFill>
                <a:latin typeface="Be Vietnam Pro"/>
                <a:ea typeface="Be Vietnam Pro"/>
                <a:cs typeface="Be Vietnam Pro"/>
              </a:defRPr>
            </a:lvl8pPr>
            <a:lvl9pPr>
              <a:defRPr sz="3375" b="1">
                <a:solidFill>
                  <a:srgbClr val="AA1D39"/>
                </a:solidFill>
                <a:latin typeface="Be Vietnam Pro"/>
                <a:ea typeface="Be Vietnam Pro"/>
                <a:cs typeface="Be Vietnam Pro"/>
              </a:defRPr>
            </a:lvl9pPr>
          </a:lstStyle>
          <a:p xmlns:a="http://schemas.openxmlformats.org/drawingml/2006/main">
            <a:pPr>
              <a:lnSpc>
                <a:spcPct val="116000"/>
              </a:lnSpc>
              <a:buNone/>
              <a:defRPr sz="3375" b="1">
                <a:solidFill>
                  <a:srgbClr val="AA1D39"/>
                </a:solidFill>
                <a:latin typeface="Be Vietnam Pro"/>
                <a:ea typeface="Be Vietnam Pro"/>
                <a:cs typeface="Be Vietnam Pro"/>
              </a:defRPr>
            </a:pPr>
            <a:r>
              <a:rPr sz="3375" b="1">
                <a:solidFill>
                  <a:srgbClr val="AA1D39"/>
                </a:solidFill>
                <a:latin typeface="Be Vietnam Pro"/>
                <a:ea typeface="Be Vietnam Pro"/>
                <a:cs typeface="Be Vietnam Pro"/>
              </a:rPr>
              <a:t>03</a:t>
            </a:r>
          </a:p>
        </p:txBody>
      </p:sp>
      <p:sp>
        <p:nvSpPr>
          <p:cNvPr id="12" name="body">
            <a:extLst xmlns:a="http://schemas.openxmlformats.org/drawingml/2006/main">
              <a:ext uri="{FF2B5EF4-FFF2-40B4-BE49-F238E27FC236}">
                <a16:creationId xmlns:a16="http://schemas.microsoft.com/office/drawing/2014/main" id="{5A4DDC15-88E0-49ED-AA57-F3F386D1A5A4}"/>
              </a:ext>
            </a:extLst>
          </p:cNvPr>
          <p:cNvSpPr>
            <a:spLocks xmlns:a="http://schemas.openxmlformats.org/drawingml/2006/main" noGrp="1"/>
          </p:cNvSpPr>
          <p:nvPr/>
        </p:nvSpPr>
        <p:spPr>
          <a:xfrm xmlns:a="http://schemas.openxmlformats.org/drawingml/2006/main">
            <a:off x="8020050" y="4048125"/>
            <a:ext cx="3286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1">
                <a:solidFill>
                  <a:srgbClr val="25222A"/>
                </a:solidFill>
                <a:latin typeface="Be Vietnam Pro"/>
                <a:ea typeface="Be Vietnam Pro"/>
                <a:cs typeface="Be Vietnam Pro"/>
              </a:defRPr>
            </a:defPPr>
            <a:lvl1pPr>
              <a:defRPr sz="2175" b="1">
                <a:solidFill>
                  <a:srgbClr val="25222A"/>
                </a:solidFill>
                <a:latin typeface="Be Vietnam Pro"/>
                <a:ea typeface="Be Vietnam Pro"/>
                <a:cs typeface="Be Vietnam Pro"/>
              </a:defRPr>
            </a:lvl1pPr>
            <a:lvl2pPr>
              <a:defRPr sz="2175" b="1">
                <a:solidFill>
                  <a:srgbClr val="25222A"/>
                </a:solidFill>
                <a:latin typeface="Be Vietnam Pro"/>
                <a:ea typeface="Be Vietnam Pro"/>
                <a:cs typeface="Be Vietnam Pro"/>
              </a:defRPr>
            </a:lvl2pPr>
            <a:lvl3pPr>
              <a:defRPr sz="2175" b="1">
                <a:solidFill>
                  <a:srgbClr val="25222A"/>
                </a:solidFill>
                <a:latin typeface="Be Vietnam Pro"/>
                <a:ea typeface="Be Vietnam Pro"/>
                <a:cs typeface="Be Vietnam Pro"/>
              </a:defRPr>
            </a:lvl3pPr>
            <a:lvl4pPr>
              <a:defRPr sz="2175" b="1">
                <a:solidFill>
                  <a:srgbClr val="25222A"/>
                </a:solidFill>
                <a:latin typeface="Be Vietnam Pro"/>
                <a:ea typeface="Be Vietnam Pro"/>
                <a:cs typeface="Be Vietnam Pro"/>
              </a:defRPr>
            </a:lvl4pPr>
            <a:lvl5pPr>
              <a:defRPr sz="2175" b="1">
                <a:solidFill>
                  <a:srgbClr val="25222A"/>
                </a:solidFill>
                <a:latin typeface="Be Vietnam Pro"/>
                <a:ea typeface="Be Vietnam Pro"/>
                <a:cs typeface="Be Vietnam Pro"/>
              </a:defRPr>
            </a:lvl5pPr>
            <a:lvl6pPr>
              <a:defRPr sz="2175" b="1">
                <a:solidFill>
                  <a:srgbClr val="25222A"/>
                </a:solidFill>
                <a:latin typeface="Be Vietnam Pro"/>
                <a:ea typeface="Be Vietnam Pro"/>
                <a:cs typeface="Be Vietnam Pro"/>
              </a:defRPr>
            </a:lvl6pPr>
            <a:lvl7pPr>
              <a:defRPr sz="2175" b="1">
                <a:solidFill>
                  <a:srgbClr val="25222A"/>
                </a:solidFill>
                <a:latin typeface="Be Vietnam Pro"/>
                <a:ea typeface="Be Vietnam Pro"/>
                <a:cs typeface="Be Vietnam Pro"/>
              </a:defRPr>
            </a:lvl7pPr>
            <a:lvl8pPr>
              <a:defRPr sz="2175" b="1">
                <a:solidFill>
                  <a:srgbClr val="25222A"/>
                </a:solidFill>
                <a:latin typeface="Be Vietnam Pro"/>
                <a:ea typeface="Be Vietnam Pro"/>
                <a:cs typeface="Be Vietnam Pro"/>
              </a:defRPr>
            </a:lvl8pPr>
            <a:lvl9pPr>
              <a:defRPr sz="2175" b="1">
                <a:solidFill>
                  <a:srgbClr val="25222A"/>
                </a:solidFill>
                <a:latin typeface="Be Vietnam Pro"/>
                <a:ea typeface="Be Vietnam Pro"/>
                <a:cs typeface="Be Vietnam Pro"/>
              </a:defRPr>
            </a:lvl9pPr>
          </a:lstStyle>
          <a:p xmlns:a="http://schemas.openxmlformats.org/drawingml/2006/main">
            <a:pPr>
              <a:lnSpc>
                <a:spcPct val="116000"/>
              </a:lnSpc>
              <a:buNone/>
              <a:defRPr sz="2175" b="1">
                <a:solidFill>
                  <a:srgbClr val="25222A"/>
                </a:solidFill>
                <a:latin typeface="Be Vietnam Pro"/>
                <a:ea typeface="Be Vietnam Pro"/>
                <a:cs typeface="Be Vietnam Pro"/>
              </a:defRPr>
            </a:pPr>
            <a:r>
              <a:rPr sz="2175" b="1">
                <a:solidFill>
                  <a:srgbClr val="25222A"/>
                </a:solidFill>
                <a:latin typeface="Be Vietnam Pro"/>
                <a:ea typeface="Be Vietnam Pro"/>
                <a:cs typeface="Be Vietnam Pro"/>
              </a:rPr>
              <a:t>Notary offices</a:t>
            </a:r>
          </a:p>
        </p:txBody>
      </p:sp>
      <p:sp>
        <p:nvSpPr>
          <p:cNvPr id="13" name="body">
            <a:extLst xmlns:a="http://schemas.openxmlformats.org/drawingml/2006/main">
              <a:ext uri="{FF2B5EF4-FFF2-40B4-BE49-F238E27FC236}">
                <a16:creationId xmlns:a16="http://schemas.microsoft.com/office/drawing/2014/main" id="{0651CD44-F0D1-4965-A1BA-8207004445D8}"/>
              </a:ext>
            </a:extLst>
          </p:cNvPr>
          <p:cNvSpPr>
            <a:spLocks xmlns:a="http://schemas.openxmlformats.org/drawingml/2006/main" noGrp="1"/>
          </p:cNvSpPr>
          <p:nvPr/>
        </p:nvSpPr>
        <p:spPr>
          <a:xfrm xmlns:a="http://schemas.openxmlformats.org/drawingml/2006/main">
            <a:off x="8020050" y="4781550"/>
            <a:ext cx="328612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950" b="0">
                <a:solidFill>
                  <a:srgbClr val="665F68"/>
                </a:solidFill>
                <a:latin typeface="Be Vietnam Pro"/>
                <a:ea typeface="Be Vietnam Pro"/>
                <a:cs typeface="Be Vietnam Pro"/>
              </a:defRPr>
            </a:defPPr>
            <a:lvl1pPr>
              <a:defRPr sz="1950" b="0">
                <a:solidFill>
                  <a:srgbClr val="665F68"/>
                </a:solidFill>
                <a:latin typeface="Be Vietnam Pro"/>
                <a:ea typeface="Be Vietnam Pro"/>
                <a:cs typeface="Be Vietnam Pro"/>
              </a:defRPr>
            </a:lvl1pPr>
            <a:lvl2pPr>
              <a:defRPr sz="1950" b="0">
                <a:solidFill>
                  <a:srgbClr val="665F68"/>
                </a:solidFill>
                <a:latin typeface="Be Vietnam Pro"/>
                <a:ea typeface="Be Vietnam Pro"/>
                <a:cs typeface="Be Vietnam Pro"/>
              </a:defRPr>
            </a:lvl2pPr>
            <a:lvl3pPr>
              <a:defRPr sz="1950" b="0">
                <a:solidFill>
                  <a:srgbClr val="665F68"/>
                </a:solidFill>
                <a:latin typeface="Be Vietnam Pro"/>
                <a:ea typeface="Be Vietnam Pro"/>
                <a:cs typeface="Be Vietnam Pro"/>
              </a:defRPr>
            </a:lvl3pPr>
            <a:lvl4pPr>
              <a:defRPr sz="1950" b="0">
                <a:solidFill>
                  <a:srgbClr val="665F68"/>
                </a:solidFill>
                <a:latin typeface="Be Vietnam Pro"/>
                <a:ea typeface="Be Vietnam Pro"/>
                <a:cs typeface="Be Vietnam Pro"/>
              </a:defRPr>
            </a:lvl4pPr>
            <a:lvl5pPr>
              <a:defRPr sz="1950" b="0">
                <a:solidFill>
                  <a:srgbClr val="665F68"/>
                </a:solidFill>
                <a:latin typeface="Be Vietnam Pro"/>
                <a:ea typeface="Be Vietnam Pro"/>
                <a:cs typeface="Be Vietnam Pro"/>
              </a:defRPr>
            </a:lvl5pPr>
            <a:lvl6pPr>
              <a:defRPr sz="1950" b="0">
                <a:solidFill>
                  <a:srgbClr val="665F68"/>
                </a:solidFill>
                <a:latin typeface="Be Vietnam Pro"/>
                <a:ea typeface="Be Vietnam Pro"/>
                <a:cs typeface="Be Vietnam Pro"/>
              </a:defRPr>
            </a:lvl6pPr>
            <a:lvl7pPr>
              <a:defRPr sz="1950" b="0">
                <a:solidFill>
                  <a:srgbClr val="665F68"/>
                </a:solidFill>
                <a:latin typeface="Be Vietnam Pro"/>
                <a:ea typeface="Be Vietnam Pro"/>
                <a:cs typeface="Be Vietnam Pro"/>
              </a:defRPr>
            </a:lvl7pPr>
            <a:lvl8pPr>
              <a:defRPr sz="1950" b="0">
                <a:solidFill>
                  <a:srgbClr val="665F68"/>
                </a:solidFill>
                <a:latin typeface="Be Vietnam Pro"/>
                <a:ea typeface="Be Vietnam Pro"/>
                <a:cs typeface="Be Vietnam Pro"/>
              </a:defRPr>
            </a:lvl8pPr>
            <a:lvl9pPr>
              <a:defRPr sz="1950" b="0">
                <a:solidFill>
                  <a:srgbClr val="665F68"/>
                </a:solidFill>
                <a:latin typeface="Be Vietnam Pro"/>
                <a:ea typeface="Be Vietnam Pro"/>
                <a:cs typeface="Be Vietnam Pro"/>
              </a:defRPr>
            </a:lvl9pPr>
          </a:lstStyle>
          <a:p xmlns:a="http://schemas.openxmlformats.org/drawingml/2006/main">
            <a:pPr>
              <a:lnSpc>
                <a:spcPct val="116000"/>
              </a:lnSpc>
              <a:buNone/>
              <a:defRPr sz="1950" b="0">
                <a:solidFill>
                  <a:srgbClr val="665F68"/>
                </a:solidFill>
                <a:latin typeface="Be Vietnam Pro"/>
                <a:ea typeface="Be Vietnam Pro"/>
                <a:cs typeface="Be Vietnam Pro"/>
              </a:defRPr>
            </a:pPr>
            <a:r>
              <a:rPr sz="1950" b="0">
                <a:solidFill>
                  <a:srgbClr val="665F68"/>
                </a:solidFill>
                <a:latin typeface="Be Vietnam Pro"/>
                <a:ea typeface="Be Vietnam Pro"/>
                <a:cs typeface="Be Vietnam Pro"/>
              </a:rPr>
              <a:t>Review cases, request corrections and manage sessions.</a:t>
            </a:r>
          </a:p>
        </p:txBody>
      </p:sp>
    </p:spTree>
    <p:extLst>
      <p:ext uri="{BB962C8B-B14F-4D97-AF65-F5344CB8AC3E}">
        <p14:creationId xmlns:p14="http://schemas.microsoft.com/office/powerpoint/2010/main" val="791008354"/>
      </p:ext>
    </p:extLst>
  </p:cSld>
</p:sld>
</file>

<file path=ppt/slides/slide4.xml><?xml version="1.0" encoding="utf-8"?>
<p:sld xmlns:p="http://schemas.openxmlformats.org/presentationml/2006/main">
  <p:cSld>
    <p:bg>
      <p:bgPr>
        <a:solidFill xmlns:a="http://schemas.openxmlformats.org/drawingml/2006/main">
          <a:srgbClr val="FAF8F5"/>
        </a:solidFill>
      </p:bgPr>
    </p:bg>
    <p:spTree>
      <p:nvGrpSpPr>
        <p:cNvPr id="1" name=""/>
        <p:cNvGrpSpPr/>
        <p:nvPr/>
      </p:nvGrpSpPr>
      <p:grpSpPr>
        <a:xfrm xmlns:a="http://schemas.openxmlformats.org/drawingml/2006/main"/>
      </p:grpSpPr>
      <p:pic>
        <p:nvPicPr>
          <p:cNvPr id="18" name="">
            <a:extLst xmlns:a="http://schemas.openxmlformats.org/drawingml/2006/main">
              <a:ext uri="{FF2B5EF4-FFF2-40B4-BE49-F238E27FC236}">
                <a16:creationId xmlns:a16="http://schemas.microsoft.com/office/drawing/2014/main" id="{C675D8DC-0FAE-45D2-B392-99EB1090A10E}"/>
              </a:ext>
            </a:extLst>
          </p:cNvPr>
          <p:cNvPicPr>
            <a:picLocks xmlns:a="http://schemas.openxmlformats.org/drawingml/2006/main" noChangeAspect="1"/>
          </p:cNvPicPr>
          <p:nvPr/>
        </p:nvPicPr>
        <p:blipFill>
          <a:blip xmlns:r="http://schemas.openxmlformats.org/officeDocument/2006/relationships" xmlns:a="http://schemas.openxmlformats.org/drawingml/2006/main" r:embed="R2ca089fb2078424a">
            <a:extLst>
              <a:ext uri="{96DAC541-7B7A-43D3-8B79-37D633B846F1}">
                <asvg:svgBlip xmlns:asvg="http://schemas.microsoft.com/office/drawing/2016/SVG/main" r:embed="R2e870fdf6a3f4d05"/>
              </a:ext>
            </a:extLst>
          </a:blip>
          <a:stretch xmlns:a="http://schemas.openxmlformats.org/drawingml/2006/main"/>
        </p:blipFill>
        <p:spPr>
          <a:xfrm xmlns:a="http://schemas.openxmlformats.org/drawingml/2006/main">
            <a:off x="609600" y="323850"/>
            <a:ext cx="1495425" cy="419100"/>
          </a:xfrm>
          <a:prstGeom xmlns:a="http://schemas.openxmlformats.org/drawingml/2006/main" prst="rect">
            <a:avLst/>
          </a:prstGeom>
        </p:spPr>
      </p:pic>
      <p:sp>
        <p:nvSpPr>
          <p:cNvPr id="2" name="title">
            <a:extLst xmlns:a="http://schemas.openxmlformats.org/drawingml/2006/main">
              <a:ext uri="{FF2B5EF4-FFF2-40B4-BE49-F238E27FC236}">
                <a16:creationId xmlns:a16="http://schemas.microsoft.com/office/drawing/2014/main" id="{0DF283E0-4A42-47C7-8FA6-25289A030E7A}"/>
              </a:ext>
            </a:extLst>
          </p:cNvPr>
          <p:cNvSpPr>
            <a:spLocks xmlns:a="http://schemas.openxmlformats.org/drawingml/2006/main" noGrp="1"/>
          </p:cNvSpPr>
          <p:nvPr/>
        </p:nvSpPr>
        <p:spPr>
          <a:xfrm xmlns:a="http://schemas.openxmlformats.org/drawingml/2006/main">
            <a:off x="609600" y="1066800"/>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675" b="1">
                <a:solidFill>
                  <a:srgbClr val="25222A"/>
                </a:solidFill>
                <a:latin typeface="Be Vietnam Pro"/>
                <a:ea typeface="Be Vietnam Pro"/>
                <a:cs typeface="Be Vietnam Pro"/>
              </a:defRPr>
            </a:defPPr>
            <a:lvl1pPr>
              <a:defRPr sz="3675" b="1">
                <a:solidFill>
                  <a:srgbClr val="25222A"/>
                </a:solidFill>
                <a:latin typeface="Be Vietnam Pro"/>
                <a:ea typeface="Be Vietnam Pro"/>
                <a:cs typeface="Be Vietnam Pro"/>
              </a:defRPr>
            </a:lvl1pPr>
            <a:lvl2pPr>
              <a:defRPr sz="3675" b="1">
                <a:solidFill>
                  <a:srgbClr val="25222A"/>
                </a:solidFill>
                <a:latin typeface="Be Vietnam Pro"/>
                <a:ea typeface="Be Vietnam Pro"/>
                <a:cs typeface="Be Vietnam Pro"/>
              </a:defRPr>
            </a:lvl2pPr>
            <a:lvl3pPr>
              <a:defRPr sz="3675" b="1">
                <a:solidFill>
                  <a:srgbClr val="25222A"/>
                </a:solidFill>
                <a:latin typeface="Be Vietnam Pro"/>
                <a:ea typeface="Be Vietnam Pro"/>
                <a:cs typeface="Be Vietnam Pro"/>
              </a:defRPr>
            </a:lvl3pPr>
            <a:lvl4pPr>
              <a:defRPr sz="3675" b="1">
                <a:solidFill>
                  <a:srgbClr val="25222A"/>
                </a:solidFill>
                <a:latin typeface="Be Vietnam Pro"/>
                <a:ea typeface="Be Vietnam Pro"/>
                <a:cs typeface="Be Vietnam Pro"/>
              </a:defRPr>
            </a:lvl4pPr>
            <a:lvl5pPr>
              <a:defRPr sz="3675" b="1">
                <a:solidFill>
                  <a:srgbClr val="25222A"/>
                </a:solidFill>
                <a:latin typeface="Be Vietnam Pro"/>
                <a:ea typeface="Be Vietnam Pro"/>
                <a:cs typeface="Be Vietnam Pro"/>
              </a:defRPr>
            </a:lvl5pPr>
            <a:lvl6pPr>
              <a:defRPr sz="3675" b="1">
                <a:solidFill>
                  <a:srgbClr val="25222A"/>
                </a:solidFill>
                <a:latin typeface="Be Vietnam Pro"/>
                <a:ea typeface="Be Vietnam Pro"/>
                <a:cs typeface="Be Vietnam Pro"/>
              </a:defRPr>
            </a:lvl6pPr>
            <a:lvl7pPr>
              <a:defRPr sz="3675" b="1">
                <a:solidFill>
                  <a:srgbClr val="25222A"/>
                </a:solidFill>
                <a:latin typeface="Be Vietnam Pro"/>
                <a:ea typeface="Be Vietnam Pro"/>
                <a:cs typeface="Be Vietnam Pro"/>
              </a:defRPr>
            </a:lvl7pPr>
            <a:lvl8pPr>
              <a:defRPr sz="3675" b="1">
                <a:solidFill>
                  <a:srgbClr val="25222A"/>
                </a:solidFill>
                <a:latin typeface="Be Vietnam Pro"/>
                <a:ea typeface="Be Vietnam Pro"/>
                <a:cs typeface="Be Vietnam Pro"/>
              </a:defRPr>
            </a:lvl8pPr>
            <a:lvl9pPr>
              <a:defRPr sz="3675" b="1">
                <a:solidFill>
                  <a:srgbClr val="25222A"/>
                </a:solidFill>
                <a:latin typeface="Be Vietnam Pro"/>
                <a:ea typeface="Be Vietnam Pro"/>
                <a:cs typeface="Be Vietnam Pro"/>
              </a:defRPr>
            </a:lvl9pPr>
          </a:lstStyle>
          <a:p xmlns:a="http://schemas.openxmlformats.org/drawingml/2006/main">
            <a:pPr>
              <a:lnSpc>
                <a:spcPct val="116000"/>
              </a:lnSpc>
              <a:buNone/>
              <a:defRPr sz="3675" b="1">
                <a:solidFill>
                  <a:srgbClr val="25222A"/>
                </a:solidFill>
                <a:latin typeface="Be Vietnam Pro"/>
                <a:ea typeface="Be Vietnam Pro"/>
                <a:cs typeface="Be Vietnam Pro"/>
              </a:defRPr>
            </a:pPr>
            <a:r>
              <a:rPr sz="3675" b="1">
                <a:solidFill>
                  <a:srgbClr val="25222A"/>
                </a:solidFill>
                <a:latin typeface="Be Vietnam Pro"/>
                <a:ea typeface="Be Vietnam Pro"/>
                <a:cs typeface="Be Vietnam Pro"/>
              </a:rPr>
              <a:t>One case across the entire workflow</a:t>
            </a:r>
          </a:p>
        </p:txBody>
      </p:sp>
      <p:sp>
        <p:nvSpPr>
          <p:cNvPr id="3" name="page">
            <a:extLst xmlns:a="http://schemas.openxmlformats.org/drawingml/2006/main">
              <a:ext uri="{FF2B5EF4-FFF2-40B4-BE49-F238E27FC236}">
                <a16:creationId xmlns:a16="http://schemas.microsoft.com/office/drawing/2014/main" id="{79B1A333-6731-4B81-B58B-BBD49D20D112}"/>
              </a:ext>
            </a:extLst>
          </p:cNvPr>
          <p:cNvSpPr>
            <a:spLocks xmlns:a="http://schemas.openxmlformats.org/drawingml/2006/main" noGrp="1"/>
          </p:cNvSpPr>
          <p:nvPr/>
        </p:nvSpPr>
        <p:spPr>
          <a:xfrm xmlns:a="http://schemas.openxmlformats.org/drawingml/2006/main">
            <a:off x="11144250" y="6315075"/>
            <a:ext cx="4381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a:solidFill>
                  <a:srgbClr val="665F68"/>
                </a:solidFill>
                <a:latin typeface="Be Vietnam Pro"/>
                <a:ea typeface="Be Vietnam Pro"/>
                <a:cs typeface="Be Vietnam Pro"/>
              </a:defRPr>
            </a:defPPr>
            <a:lvl1pPr>
              <a:defRPr sz="1200">
                <a:solidFill>
                  <a:srgbClr val="665F68"/>
                </a:solidFill>
                <a:latin typeface="Be Vietnam Pro"/>
                <a:ea typeface="Be Vietnam Pro"/>
                <a:cs typeface="Be Vietnam Pro"/>
              </a:defRPr>
            </a:lvl1pPr>
            <a:lvl2pPr>
              <a:defRPr sz="1200">
                <a:solidFill>
                  <a:srgbClr val="665F68"/>
                </a:solidFill>
                <a:latin typeface="Be Vietnam Pro"/>
                <a:ea typeface="Be Vietnam Pro"/>
                <a:cs typeface="Be Vietnam Pro"/>
              </a:defRPr>
            </a:lvl2pPr>
            <a:lvl3pPr>
              <a:defRPr sz="1200">
                <a:solidFill>
                  <a:srgbClr val="665F68"/>
                </a:solidFill>
                <a:latin typeface="Be Vietnam Pro"/>
                <a:ea typeface="Be Vietnam Pro"/>
                <a:cs typeface="Be Vietnam Pro"/>
              </a:defRPr>
            </a:lvl3pPr>
            <a:lvl4pPr>
              <a:defRPr sz="1200">
                <a:solidFill>
                  <a:srgbClr val="665F68"/>
                </a:solidFill>
                <a:latin typeface="Be Vietnam Pro"/>
                <a:ea typeface="Be Vietnam Pro"/>
                <a:cs typeface="Be Vietnam Pro"/>
              </a:defRPr>
            </a:lvl4pPr>
            <a:lvl5pPr>
              <a:defRPr sz="1200">
                <a:solidFill>
                  <a:srgbClr val="665F68"/>
                </a:solidFill>
                <a:latin typeface="Be Vietnam Pro"/>
                <a:ea typeface="Be Vietnam Pro"/>
                <a:cs typeface="Be Vietnam Pro"/>
              </a:defRPr>
            </a:lvl5pPr>
            <a:lvl6pPr>
              <a:defRPr sz="1200">
                <a:solidFill>
                  <a:srgbClr val="665F68"/>
                </a:solidFill>
                <a:latin typeface="Be Vietnam Pro"/>
                <a:ea typeface="Be Vietnam Pro"/>
                <a:cs typeface="Be Vietnam Pro"/>
              </a:defRPr>
            </a:lvl6pPr>
            <a:lvl7pPr>
              <a:defRPr sz="1200">
                <a:solidFill>
                  <a:srgbClr val="665F68"/>
                </a:solidFill>
                <a:latin typeface="Be Vietnam Pro"/>
                <a:ea typeface="Be Vietnam Pro"/>
                <a:cs typeface="Be Vietnam Pro"/>
              </a:defRPr>
            </a:lvl7pPr>
            <a:lvl8pPr>
              <a:defRPr sz="1200">
                <a:solidFill>
                  <a:srgbClr val="665F68"/>
                </a:solidFill>
                <a:latin typeface="Be Vietnam Pro"/>
                <a:ea typeface="Be Vietnam Pro"/>
                <a:cs typeface="Be Vietnam Pro"/>
              </a:defRPr>
            </a:lvl8pPr>
            <a:lvl9pPr>
              <a:defRPr sz="1200">
                <a:solidFill>
                  <a:srgbClr val="665F68"/>
                </a:solidFill>
                <a:latin typeface="Be Vietnam Pro"/>
                <a:ea typeface="Be Vietnam Pro"/>
                <a:cs typeface="Be Vietnam Pro"/>
              </a:defRPr>
            </a:lvl9pPr>
          </a:lstStyle>
          <a:p xmlns:a="http://schemas.openxmlformats.org/drawingml/2006/main">
            <a:pPr>
              <a:defRPr sz="1200">
                <a:solidFill>
                  <a:srgbClr val="665F68"/>
                </a:solidFill>
                <a:latin typeface="Be Vietnam Pro"/>
                <a:ea typeface="Be Vietnam Pro"/>
                <a:cs typeface="Be Vietnam Pro"/>
              </a:defRPr>
            </a:pPr>
            <a:r>
              <a:rPr sz="1200">
                <a:solidFill>
                  <a:srgbClr val="665F68"/>
                </a:solidFill>
                <a:latin typeface="Be Vietnam Pro"/>
                <a:ea typeface="Be Vietnam Pro"/>
                <a:cs typeface="Be Vietnam Pro"/>
              </a:rPr>
              <a:t>04</a:t>
            </a:r>
          </a:p>
        </p:txBody>
      </p:sp>
      <p:sp>
        <p:nvSpPr>
          <p:cNvPr id="4" name="body">
            <a:extLst xmlns:a="http://schemas.openxmlformats.org/drawingml/2006/main">
              <a:ext uri="{FF2B5EF4-FFF2-40B4-BE49-F238E27FC236}">
                <a16:creationId xmlns:a16="http://schemas.microsoft.com/office/drawing/2014/main" id="{E96B7470-6A59-4851-949E-6D8A33BE9750}"/>
              </a:ext>
            </a:extLst>
          </p:cNvPr>
          <p:cNvSpPr>
            <a:spLocks xmlns:a="http://schemas.openxmlformats.org/drawingml/2006/main" noGrp="1"/>
          </p:cNvSpPr>
          <p:nvPr/>
        </p:nvSpPr>
        <p:spPr>
          <a:xfrm xmlns:a="http://schemas.openxmlformats.org/drawingml/2006/main">
            <a:off x="609600" y="2286000"/>
            <a:ext cx="476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325" b="1">
                <a:solidFill>
                  <a:srgbClr val="AA1D39"/>
                </a:solidFill>
                <a:latin typeface="Be Vietnam Pro"/>
                <a:ea typeface="Be Vietnam Pro"/>
                <a:cs typeface="Be Vietnam Pro"/>
              </a:defRPr>
            </a:defPPr>
            <a:lvl1pPr>
              <a:defRPr sz="2325" b="1">
                <a:solidFill>
                  <a:srgbClr val="AA1D39"/>
                </a:solidFill>
                <a:latin typeface="Be Vietnam Pro"/>
                <a:ea typeface="Be Vietnam Pro"/>
                <a:cs typeface="Be Vietnam Pro"/>
              </a:defRPr>
            </a:lvl1pPr>
            <a:lvl2pPr>
              <a:defRPr sz="2325" b="1">
                <a:solidFill>
                  <a:srgbClr val="AA1D39"/>
                </a:solidFill>
                <a:latin typeface="Be Vietnam Pro"/>
                <a:ea typeface="Be Vietnam Pro"/>
                <a:cs typeface="Be Vietnam Pro"/>
              </a:defRPr>
            </a:lvl2pPr>
            <a:lvl3pPr>
              <a:defRPr sz="2325" b="1">
                <a:solidFill>
                  <a:srgbClr val="AA1D39"/>
                </a:solidFill>
                <a:latin typeface="Be Vietnam Pro"/>
                <a:ea typeface="Be Vietnam Pro"/>
                <a:cs typeface="Be Vietnam Pro"/>
              </a:defRPr>
            </a:lvl3pPr>
            <a:lvl4pPr>
              <a:defRPr sz="2325" b="1">
                <a:solidFill>
                  <a:srgbClr val="AA1D39"/>
                </a:solidFill>
                <a:latin typeface="Be Vietnam Pro"/>
                <a:ea typeface="Be Vietnam Pro"/>
                <a:cs typeface="Be Vietnam Pro"/>
              </a:defRPr>
            </a:lvl4pPr>
            <a:lvl5pPr>
              <a:defRPr sz="2325" b="1">
                <a:solidFill>
                  <a:srgbClr val="AA1D39"/>
                </a:solidFill>
                <a:latin typeface="Be Vietnam Pro"/>
                <a:ea typeface="Be Vietnam Pro"/>
                <a:cs typeface="Be Vietnam Pro"/>
              </a:defRPr>
            </a:lvl5pPr>
            <a:lvl6pPr>
              <a:defRPr sz="2325" b="1">
                <a:solidFill>
                  <a:srgbClr val="AA1D39"/>
                </a:solidFill>
                <a:latin typeface="Be Vietnam Pro"/>
                <a:ea typeface="Be Vietnam Pro"/>
                <a:cs typeface="Be Vietnam Pro"/>
              </a:defRPr>
            </a:lvl6pPr>
            <a:lvl7pPr>
              <a:defRPr sz="2325" b="1">
                <a:solidFill>
                  <a:srgbClr val="AA1D39"/>
                </a:solidFill>
                <a:latin typeface="Be Vietnam Pro"/>
                <a:ea typeface="Be Vietnam Pro"/>
                <a:cs typeface="Be Vietnam Pro"/>
              </a:defRPr>
            </a:lvl7pPr>
            <a:lvl8pPr>
              <a:defRPr sz="2325" b="1">
                <a:solidFill>
                  <a:srgbClr val="AA1D39"/>
                </a:solidFill>
                <a:latin typeface="Be Vietnam Pro"/>
                <a:ea typeface="Be Vietnam Pro"/>
                <a:cs typeface="Be Vietnam Pro"/>
              </a:defRPr>
            </a:lvl8pPr>
            <a:lvl9pPr>
              <a:defRPr sz="2325" b="1">
                <a:solidFill>
                  <a:srgbClr val="AA1D39"/>
                </a:solidFill>
                <a:latin typeface="Be Vietnam Pro"/>
                <a:ea typeface="Be Vietnam Pro"/>
                <a:cs typeface="Be Vietnam Pro"/>
              </a:defRPr>
            </a:lvl9pPr>
          </a:lstStyle>
          <a:p xmlns:a="http://schemas.openxmlformats.org/drawingml/2006/main">
            <a:pPr>
              <a:lnSpc>
                <a:spcPct val="116000"/>
              </a:lnSpc>
              <a:buNone/>
              <a:defRPr sz="2325" b="1">
                <a:solidFill>
                  <a:srgbClr val="AA1D39"/>
                </a:solidFill>
                <a:latin typeface="Be Vietnam Pro"/>
                <a:ea typeface="Be Vietnam Pro"/>
                <a:cs typeface="Be Vietnam Pro"/>
              </a:defRPr>
            </a:pPr>
            <a:r>
              <a:rPr sz="2325" b="1">
                <a:solidFill>
                  <a:srgbClr val="AA1D39"/>
                </a:solidFill>
                <a:latin typeface="Be Vietnam Pro"/>
                <a:ea typeface="Be Vietnam Pro"/>
                <a:cs typeface="Be Vietnam Pro"/>
              </a:rPr>
              <a:t>1</a:t>
            </a:r>
          </a:p>
        </p:txBody>
      </p:sp>
      <p:sp>
        <p:nvSpPr>
          <p:cNvPr id="5" name="body">
            <a:extLst xmlns:a="http://schemas.openxmlformats.org/drawingml/2006/main">
              <a:ext uri="{FF2B5EF4-FFF2-40B4-BE49-F238E27FC236}">
                <a16:creationId xmlns:a16="http://schemas.microsoft.com/office/drawing/2014/main" id="{697E8471-FD18-4A54-82CD-92854211B754}"/>
              </a:ext>
            </a:extLst>
          </p:cNvPr>
          <p:cNvSpPr>
            <a:spLocks xmlns:a="http://schemas.openxmlformats.org/drawingml/2006/main" noGrp="1"/>
          </p:cNvSpPr>
          <p:nvPr/>
        </p:nvSpPr>
        <p:spPr>
          <a:xfrm xmlns:a="http://schemas.openxmlformats.org/drawingml/2006/main">
            <a:off x="1257300" y="2295525"/>
            <a:ext cx="1762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1">
                <a:solidFill>
                  <a:srgbClr val="25222A"/>
                </a:solidFill>
                <a:latin typeface="Be Vietnam Pro"/>
                <a:ea typeface="Be Vietnam Pro"/>
                <a:cs typeface="Be Vietnam Pro"/>
              </a:defRPr>
            </a:defPPr>
            <a:lvl1pPr>
              <a:defRPr sz="2025" b="1">
                <a:solidFill>
                  <a:srgbClr val="25222A"/>
                </a:solidFill>
                <a:latin typeface="Be Vietnam Pro"/>
                <a:ea typeface="Be Vietnam Pro"/>
                <a:cs typeface="Be Vietnam Pro"/>
              </a:defRPr>
            </a:lvl1pPr>
            <a:lvl2pPr>
              <a:defRPr sz="2025" b="1">
                <a:solidFill>
                  <a:srgbClr val="25222A"/>
                </a:solidFill>
                <a:latin typeface="Be Vietnam Pro"/>
                <a:ea typeface="Be Vietnam Pro"/>
                <a:cs typeface="Be Vietnam Pro"/>
              </a:defRPr>
            </a:lvl2pPr>
            <a:lvl3pPr>
              <a:defRPr sz="2025" b="1">
                <a:solidFill>
                  <a:srgbClr val="25222A"/>
                </a:solidFill>
                <a:latin typeface="Be Vietnam Pro"/>
                <a:ea typeface="Be Vietnam Pro"/>
                <a:cs typeface="Be Vietnam Pro"/>
              </a:defRPr>
            </a:lvl3pPr>
            <a:lvl4pPr>
              <a:defRPr sz="2025" b="1">
                <a:solidFill>
                  <a:srgbClr val="25222A"/>
                </a:solidFill>
                <a:latin typeface="Be Vietnam Pro"/>
                <a:ea typeface="Be Vietnam Pro"/>
                <a:cs typeface="Be Vietnam Pro"/>
              </a:defRPr>
            </a:lvl4pPr>
            <a:lvl5pPr>
              <a:defRPr sz="2025" b="1">
                <a:solidFill>
                  <a:srgbClr val="25222A"/>
                </a:solidFill>
                <a:latin typeface="Be Vietnam Pro"/>
                <a:ea typeface="Be Vietnam Pro"/>
                <a:cs typeface="Be Vietnam Pro"/>
              </a:defRPr>
            </a:lvl5pPr>
            <a:lvl6pPr>
              <a:defRPr sz="2025" b="1">
                <a:solidFill>
                  <a:srgbClr val="25222A"/>
                </a:solidFill>
                <a:latin typeface="Be Vietnam Pro"/>
                <a:ea typeface="Be Vietnam Pro"/>
                <a:cs typeface="Be Vietnam Pro"/>
              </a:defRPr>
            </a:lvl6pPr>
            <a:lvl7pPr>
              <a:defRPr sz="2025" b="1">
                <a:solidFill>
                  <a:srgbClr val="25222A"/>
                </a:solidFill>
                <a:latin typeface="Be Vietnam Pro"/>
                <a:ea typeface="Be Vietnam Pro"/>
                <a:cs typeface="Be Vietnam Pro"/>
              </a:defRPr>
            </a:lvl7pPr>
            <a:lvl8pPr>
              <a:defRPr sz="2025" b="1">
                <a:solidFill>
                  <a:srgbClr val="25222A"/>
                </a:solidFill>
                <a:latin typeface="Be Vietnam Pro"/>
                <a:ea typeface="Be Vietnam Pro"/>
                <a:cs typeface="Be Vietnam Pro"/>
              </a:defRPr>
            </a:lvl8pPr>
            <a:lvl9pPr>
              <a:defRPr sz="2025" b="1">
                <a:solidFill>
                  <a:srgbClr val="25222A"/>
                </a:solidFill>
                <a:latin typeface="Be Vietnam Pro"/>
                <a:ea typeface="Be Vietnam Pro"/>
                <a:cs typeface="Be Vietnam Pro"/>
              </a:defRPr>
            </a:lvl9pPr>
          </a:lstStyle>
          <a:p xmlns:a="http://schemas.openxmlformats.org/drawingml/2006/main">
            <a:pPr>
              <a:lnSpc>
                <a:spcPct val="116000"/>
              </a:lnSpc>
              <a:buNone/>
              <a:defRPr sz="2025" b="1">
                <a:solidFill>
                  <a:srgbClr val="25222A"/>
                </a:solidFill>
                <a:latin typeface="Be Vietnam Pro"/>
                <a:ea typeface="Be Vietnam Pro"/>
                <a:cs typeface="Be Vietnam Pro"/>
              </a:defRPr>
            </a:pPr>
            <a:r>
              <a:rPr sz="2025" b="1">
                <a:solidFill>
                  <a:srgbClr val="25222A"/>
                </a:solidFill>
                <a:latin typeface="Be Vietnam Pro"/>
                <a:ea typeface="Be Vietnam Pro"/>
                <a:cs typeface="Be Vietnam Pro"/>
              </a:rPr>
              <a:t>Submit</a:t>
            </a:r>
          </a:p>
        </p:txBody>
      </p:sp>
      <p:sp>
        <p:nvSpPr>
          <p:cNvPr id="6" name="body">
            <a:extLst xmlns:a="http://schemas.openxmlformats.org/drawingml/2006/main">
              <a:ext uri="{FF2B5EF4-FFF2-40B4-BE49-F238E27FC236}">
                <a16:creationId xmlns:a16="http://schemas.microsoft.com/office/drawing/2014/main" id="{4D1E9B57-8B61-48B6-BD82-21D486CDB174}"/>
              </a:ext>
            </a:extLst>
          </p:cNvPr>
          <p:cNvSpPr>
            <a:spLocks xmlns:a="http://schemas.openxmlformats.org/drawingml/2006/main" noGrp="1"/>
          </p:cNvSpPr>
          <p:nvPr/>
        </p:nvSpPr>
        <p:spPr>
          <a:xfrm xmlns:a="http://schemas.openxmlformats.org/drawingml/2006/main">
            <a:off x="3143250" y="2305050"/>
            <a:ext cx="4286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665F68"/>
                </a:solidFill>
                <a:latin typeface="Be Vietnam Pro"/>
                <a:ea typeface="Be Vietnam Pro"/>
                <a:cs typeface="Be Vietnam Pro"/>
              </a:defRPr>
            </a:defPPr>
            <a:lvl1pPr>
              <a:defRPr sz="1800" b="0">
                <a:solidFill>
                  <a:srgbClr val="665F68"/>
                </a:solidFill>
                <a:latin typeface="Be Vietnam Pro"/>
                <a:ea typeface="Be Vietnam Pro"/>
                <a:cs typeface="Be Vietnam Pro"/>
              </a:defRPr>
            </a:lvl1pPr>
            <a:lvl2pPr>
              <a:defRPr sz="1800" b="0">
                <a:solidFill>
                  <a:srgbClr val="665F68"/>
                </a:solidFill>
                <a:latin typeface="Be Vietnam Pro"/>
                <a:ea typeface="Be Vietnam Pro"/>
                <a:cs typeface="Be Vietnam Pro"/>
              </a:defRPr>
            </a:lvl2pPr>
            <a:lvl3pPr>
              <a:defRPr sz="1800" b="0">
                <a:solidFill>
                  <a:srgbClr val="665F68"/>
                </a:solidFill>
                <a:latin typeface="Be Vietnam Pro"/>
                <a:ea typeface="Be Vietnam Pro"/>
                <a:cs typeface="Be Vietnam Pro"/>
              </a:defRPr>
            </a:lvl3pPr>
            <a:lvl4pPr>
              <a:defRPr sz="1800" b="0">
                <a:solidFill>
                  <a:srgbClr val="665F68"/>
                </a:solidFill>
                <a:latin typeface="Be Vietnam Pro"/>
                <a:ea typeface="Be Vietnam Pro"/>
                <a:cs typeface="Be Vietnam Pro"/>
              </a:defRPr>
            </a:lvl4pPr>
            <a:lvl5pPr>
              <a:defRPr sz="1800" b="0">
                <a:solidFill>
                  <a:srgbClr val="665F68"/>
                </a:solidFill>
                <a:latin typeface="Be Vietnam Pro"/>
                <a:ea typeface="Be Vietnam Pro"/>
                <a:cs typeface="Be Vietnam Pro"/>
              </a:defRPr>
            </a:lvl5pPr>
            <a:lvl6pPr>
              <a:defRPr sz="1800" b="0">
                <a:solidFill>
                  <a:srgbClr val="665F68"/>
                </a:solidFill>
                <a:latin typeface="Be Vietnam Pro"/>
                <a:ea typeface="Be Vietnam Pro"/>
                <a:cs typeface="Be Vietnam Pro"/>
              </a:defRPr>
            </a:lvl6pPr>
            <a:lvl7pPr>
              <a:defRPr sz="1800" b="0">
                <a:solidFill>
                  <a:srgbClr val="665F68"/>
                </a:solidFill>
                <a:latin typeface="Be Vietnam Pro"/>
                <a:ea typeface="Be Vietnam Pro"/>
                <a:cs typeface="Be Vietnam Pro"/>
              </a:defRPr>
            </a:lvl7pPr>
            <a:lvl8pPr>
              <a:defRPr sz="1800" b="0">
                <a:solidFill>
                  <a:srgbClr val="665F68"/>
                </a:solidFill>
                <a:latin typeface="Be Vietnam Pro"/>
                <a:ea typeface="Be Vietnam Pro"/>
                <a:cs typeface="Be Vietnam Pro"/>
              </a:defRPr>
            </a:lvl8pPr>
            <a:lvl9pPr>
              <a:defRPr sz="1800" b="0">
                <a:solidFill>
                  <a:srgbClr val="665F68"/>
                </a:solidFill>
                <a:latin typeface="Be Vietnam Pro"/>
                <a:ea typeface="Be Vietnam Pro"/>
                <a:cs typeface="Be Vietnam Pro"/>
              </a:defRPr>
            </a:lvl9pPr>
          </a:lstStyle>
          <a:p xmlns:a="http://schemas.openxmlformats.org/drawingml/2006/main">
            <a:pPr>
              <a:lnSpc>
                <a:spcPct val="116000"/>
              </a:lnSpc>
              <a:buNone/>
              <a:defRPr sz="1800" b="0">
                <a:solidFill>
                  <a:srgbClr val="665F68"/>
                </a:solidFill>
                <a:latin typeface="Be Vietnam Pro"/>
                <a:ea typeface="Be Vietnam Pro"/>
                <a:cs typeface="Be Vietnam Pro"/>
              </a:defRPr>
            </a:pPr>
            <a:r>
              <a:rPr sz="1800" b="0">
                <a:solidFill>
                  <a:srgbClr val="665F68"/>
                </a:solidFill>
                <a:latin typeface="Be Vietnam Pro"/>
                <a:ea typeface="Be Vietnam Pro"/>
                <a:cs typeface="Be Vietnam Pro"/>
              </a:rPr>
              <a:t>Service, details and supporting files</a:t>
            </a:r>
          </a:p>
        </p:txBody>
      </p:sp>
      <p:sp>
        <p:nvSpPr>
          <p:cNvPr id="7" name="body">
            <a:extLst xmlns:a="http://schemas.openxmlformats.org/drawingml/2006/main">
              <a:ext uri="{FF2B5EF4-FFF2-40B4-BE49-F238E27FC236}">
                <a16:creationId xmlns:a16="http://schemas.microsoft.com/office/drawing/2014/main" id="{85299081-B3E7-4D2C-969A-6B6BC10D3E34}"/>
              </a:ext>
            </a:extLst>
          </p:cNvPr>
          <p:cNvSpPr>
            <a:spLocks xmlns:a="http://schemas.openxmlformats.org/drawingml/2006/main" noGrp="1"/>
          </p:cNvSpPr>
          <p:nvPr/>
        </p:nvSpPr>
        <p:spPr>
          <a:xfrm xmlns:a="http://schemas.openxmlformats.org/drawingml/2006/main">
            <a:off x="609600" y="3152775"/>
            <a:ext cx="476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325" b="1">
                <a:solidFill>
                  <a:srgbClr val="AA1D39"/>
                </a:solidFill>
                <a:latin typeface="Be Vietnam Pro"/>
                <a:ea typeface="Be Vietnam Pro"/>
                <a:cs typeface="Be Vietnam Pro"/>
              </a:defRPr>
            </a:defPPr>
            <a:lvl1pPr>
              <a:defRPr sz="2325" b="1">
                <a:solidFill>
                  <a:srgbClr val="AA1D39"/>
                </a:solidFill>
                <a:latin typeface="Be Vietnam Pro"/>
                <a:ea typeface="Be Vietnam Pro"/>
                <a:cs typeface="Be Vietnam Pro"/>
              </a:defRPr>
            </a:lvl1pPr>
            <a:lvl2pPr>
              <a:defRPr sz="2325" b="1">
                <a:solidFill>
                  <a:srgbClr val="AA1D39"/>
                </a:solidFill>
                <a:latin typeface="Be Vietnam Pro"/>
                <a:ea typeface="Be Vietnam Pro"/>
                <a:cs typeface="Be Vietnam Pro"/>
              </a:defRPr>
            </a:lvl2pPr>
            <a:lvl3pPr>
              <a:defRPr sz="2325" b="1">
                <a:solidFill>
                  <a:srgbClr val="AA1D39"/>
                </a:solidFill>
                <a:latin typeface="Be Vietnam Pro"/>
                <a:ea typeface="Be Vietnam Pro"/>
                <a:cs typeface="Be Vietnam Pro"/>
              </a:defRPr>
            </a:lvl3pPr>
            <a:lvl4pPr>
              <a:defRPr sz="2325" b="1">
                <a:solidFill>
                  <a:srgbClr val="AA1D39"/>
                </a:solidFill>
                <a:latin typeface="Be Vietnam Pro"/>
                <a:ea typeface="Be Vietnam Pro"/>
                <a:cs typeface="Be Vietnam Pro"/>
              </a:defRPr>
            </a:lvl4pPr>
            <a:lvl5pPr>
              <a:defRPr sz="2325" b="1">
                <a:solidFill>
                  <a:srgbClr val="AA1D39"/>
                </a:solidFill>
                <a:latin typeface="Be Vietnam Pro"/>
                <a:ea typeface="Be Vietnam Pro"/>
                <a:cs typeface="Be Vietnam Pro"/>
              </a:defRPr>
            </a:lvl5pPr>
            <a:lvl6pPr>
              <a:defRPr sz="2325" b="1">
                <a:solidFill>
                  <a:srgbClr val="AA1D39"/>
                </a:solidFill>
                <a:latin typeface="Be Vietnam Pro"/>
                <a:ea typeface="Be Vietnam Pro"/>
                <a:cs typeface="Be Vietnam Pro"/>
              </a:defRPr>
            </a:lvl6pPr>
            <a:lvl7pPr>
              <a:defRPr sz="2325" b="1">
                <a:solidFill>
                  <a:srgbClr val="AA1D39"/>
                </a:solidFill>
                <a:latin typeface="Be Vietnam Pro"/>
                <a:ea typeface="Be Vietnam Pro"/>
                <a:cs typeface="Be Vietnam Pro"/>
              </a:defRPr>
            </a:lvl7pPr>
            <a:lvl8pPr>
              <a:defRPr sz="2325" b="1">
                <a:solidFill>
                  <a:srgbClr val="AA1D39"/>
                </a:solidFill>
                <a:latin typeface="Be Vietnam Pro"/>
                <a:ea typeface="Be Vietnam Pro"/>
                <a:cs typeface="Be Vietnam Pro"/>
              </a:defRPr>
            </a:lvl8pPr>
            <a:lvl9pPr>
              <a:defRPr sz="2325" b="1">
                <a:solidFill>
                  <a:srgbClr val="AA1D39"/>
                </a:solidFill>
                <a:latin typeface="Be Vietnam Pro"/>
                <a:ea typeface="Be Vietnam Pro"/>
                <a:cs typeface="Be Vietnam Pro"/>
              </a:defRPr>
            </a:lvl9pPr>
          </a:lstStyle>
          <a:p xmlns:a="http://schemas.openxmlformats.org/drawingml/2006/main">
            <a:pPr>
              <a:lnSpc>
                <a:spcPct val="116000"/>
              </a:lnSpc>
              <a:buNone/>
              <a:defRPr sz="2325" b="1">
                <a:solidFill>
                  <a:srgbClr val="AA1D39"/>
                </a:solidFill>
                <a:latin typeface="Be Vietnam Pro"/>
                <a:ea typeface="Be Vietnam Pro"/>
                <a:cs typeface="Be Vietnam Pro"/>
              </a:defRPr>
            </a:pPr>
            <a:r>
              <a:rPr sz="2325" b="1">
                <a:solidFill>
                  <a:srgbClr val="AA1D39"/>
                </a:solidFill>
                <a:latin typeface="Be Vietnam Pro"/>
                <a:ea typeface="Be Vietnam Pro"/>
                <a:cs typeface="Be Vietnam Pro"/>
              </a:rPr>
              <a:t>2</a:t>
            </a:r>
          </a:p>
        </p:txBody>
      </p:sp>
      <p:sp>
        <p:nvSpPr>
          <p:cNvPr id="8" name="body">
            <a:extLst xmlns:a="http://schemas.openxmlformats.org/drawingml/2006/main">
              <a:ext uri="{FF2B5EF4-FFF2-40B4-BE49-F238E27FC236}">
                <a16:creationId xmlns:a16="http://schemas.microsoft.com/office/drawing/2014/main" id="{44572BE2-131E-4F36-A7CD-13AB9E885BF4}"/>
              </a:ext>
            </a:extLst>
          </p:cNvPr>
          <p:cNvSpPr>
            <a:spLocks xmlns:a="http://schemas.openxmlformats.org/drawingml/2006/main" noGrp="1"/>
          </p:cNvSpPr>
          <p:nvPr/>
        </p:nvSpPr>
        <p:spPr>
          <a:xfrm xmlns:a="http://schemas.openxmlformats.org/drawingml/2006/main">
            <a:off x="1257300" y="3162300"/>
            <a:ext cx="1762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1">
                <a:solidFill>
                  <a:srgbClr val="25222A"/>
                </a:solidFill>
                <a:latin typeface="Be Vietnam Pro"/>
                <a:ea typeface="Be Vietnam Pro"/>
                <a:cs typeface="Be Vietnam Pro"/>
              </a:defRPr>
            </a:defPPr>
            <a:lvl1pPr>
              <a:defRPr sz="2025" b="1">
                <a:solidFill>
                  <a:srgbClr val="25222A"/>
                </a:solidFill>
                <a:latin typeface="Be Vietnam Pro"/>
                <a:ea typeface="Be Vietnam Pro"/>
                <a:cs typeface="Be Vietnam Pro"/>
              </a:defRPr>
            </a:lvl1pPr>
            <a:lvl2pPr>
              <a:defRPr sz="2025" b="1">
                <a:solidFill>
                  <a:srgbClr val="25222A"/>
                </a:solidFill>
                <a:latin typeface="Be Vietnam Pro"/>
                <a:ea typeface="Be Vietnam Pro"/>
                <a:cs typeface="Be Vietnam Pro"/>
              </a:defRPr>
            </a:lvl2pPr>
            <a:lvl3pPr>
              <a:defRPr sz="2025" b="1">
                <a:solidFill>
                  <a:srgbClr val="25222A"/>
                </a:solidFill>
                <a:latin typeface="Be Vietnam Pro"/>
                <a:ea typeface="Be Vietnam Pro"/>
                <a:cs typeface="Be Vietnam Pro"/>
              </a:defRPr>
            </a:lvl3pPr>
            <a:lvl4pPr>
              <a:defRPr sz="2025" b="1">
                <a:solidFill>
                  <a:srgbClr val="25222A"/>
                </a:solidFill>
                <a:latin typeface="Be Vietnam Pro"/>
                <a:ea typeface="Be Vietnam Pro"/>
                <a:cs typeface="Be Vietnam Pro"/>
              </a:defRPr>
            </a:lvl4pPr>
            <a:lvl5pPr>
              <a:defRPr sz="2025" b="1">
                <a:solidFill>
                  <a:srgbClr val="25222A"/>
                </a:solidFill>
                <a:latin typeface="Be Vietnam Pro"/>
                <a:ea typeface="Be Vietnam Pro"/>
                <a:cs typeface="Be Vietnam Pro"/>
              </a:defRPr>
            </a:lvl5pPr>
            <a:lvl6pPr>
              <a:defRPr sz="2025" b="1">
                <a:solidFill>
                  <a:srgbClr val="25222A"/>
                </a:solidFill>
                <a:latin typeface="Be Vietnam Pro"/>
                <a:ea typeface="Be Vietnam Pro"/>
                <a:cs typeface="Be Vietnam Pro"/>
              </a:defRPr>
            </a:lvl6pPr>
            <a:lvl7pPr>
              <a:defRPr sz="2025" b="1">
                <a:solidFill>
                  <a:srgbClr val="25222A"/>
                </a:solidFill>
                <a:latin typeface="Be Vietnam Pro"/>
                <a:ea typeface="Be Vietnam Pro"/>
                <a:cs typeface="Be Vietnam Pro"/>
              </a:defRPr>
            </a:lvl7pPr>
            <a:lvl8pPr>
              <a:defRPr sz="2025" b="1">
                <a:solidFill>
                  <a:srgbClr val="25222A"/>
                </a:solidFill>
                <a:latin typeface="Be Vietnam Pro"/>
                <a:ea typeface="Be Vietnam Pro"/>
                <a:cs typeface="Be Vietnam Pro"/>
              </a:defRPr>
            </a:lvl8pPr>
            <a:lvl9pPr>
              <a:defRPr sz="2025" b="1">
                <a:solidFill>
                  <a:srgbClr val="25222A"/>
                </a:solidFill>
                <a:latin typeface="Be Vietnam Pro"/>
                <a:ea typeface="Be Vietnam Pro"/>
                <a:cs typeface="Be Vietnam Pro"/>
              </a:defRPr>
            </a:lvl9pPr>
          </a:lstStyle>
          <a:p xmlns:a="http://schemas.openxmlformats.org/drawingml/2006/main">
            <a:pPr>
              <a:lnSpc>
                <a:spcPct val="116000"/>
              </a:lnSpc>
              <a:buNone/>
              <a:defRPr sz="2025" b="1">
                <a:solidFill>
                  <a:srgbClr val="25222A"/>
                </a:solidFill>
                <a:latin typeface="Be Vietnam Pro"/>
                <a:ea typeface="Be Vietnam Pro"/>
                <a:cs typeface="Be Vietnam Pro"/>
              </a:defRPr>
            </a:pPr>
            <a:r>
              <a:rPr sz="2025" b="1">
                <a:solidFill>
                  <a:srgbClr val="25222A"/>
                </a:solidFill>
                <a:latin typeface="Be Vietnam Pro"/>
                <a:ea typeface="Be Vietnam Pro"/>
                <a:cs typeface="Be Vietnam Pro"/>
              </a:rPr>
              <a:t>Review</a:t>
            </a:r>
          </a:p>
        </p:txBody>
      </p:sp>
      <p:sp>
        <p:nvSpPr>
          <p:cNvPr id="9" name="body">
            <a:extLst xmlns:a="http://schemas.openxmlformats.org/drawingml/2006/main">
              <a:ext uri="{FF2B5EF4-FFF2-40B4-BE49-F238E27FC236}">
                <a16:creationId xmlns:a16="http://schemas.microsoft.com/office/drawing/2014/main" id="{0F44D8AB-2BC0-4A40-B635-F4BDECA5C904}"/>
              </a:ext>
            </a:extLst>
          </p:cNvPr>
          <p:cNvSpPr>
            <a:spLocks xmlns:a="http://schemas.openxmlformats.org/drawingml/2006/main" noGrp="1"/>
          </p:cNvSpPr>
          <p:nvPr/>
        </p:nvSpPr>
        <p:spPr>
          <a:xfrm xmlns:a="http://schemas.openxmlformats.org/drawingml/2006/main">
            <a:off x="3143250" y="3171825"/>
            <a:ext cx="4286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665F68"/>
                </a:solidFill>
                <a:latin typeface="Be Vietnam Pro"/>
                <a:ea typeface="Be Vietnam Pro"/>
                <a:cs typeface="Be Vietnam Pro"/>
              </a:defRPr>
            </a:defPPr>
            <a:lvl1pPr>
              <a:defRPr sz="1800" b="0">
                <a:solidFill>
                  <a:srgbClr val="665F68"/>
                </a:solidFill>
                <a:latin typeface="Be Vietnam Pro"/>
                <a:ea typeface="Be Vietnam Pro"/>
                <a:cs typeface="Be Vietnam Pro"/>
              </a:defRPr>
            </a:lvl1pPr>
            <a:lvl2pPr>
              <a:defRPr sz="1800" b="0">
                <a:solidFill>
                  <a:srgbClr val="665F68"/>
                </a:solidFill>
                <a:latin typeface="Be Vietnam Pro"/>
                <a:ea typeface="Be Vietnam Pro"/>
                <a:cs typeface="Be Vietnam Pro"/>
              </a:defRPr>
            </a:lvl2pPr>
            <a:lvl3pPr>
              <a:defRPr sz="1800" b="0">
                <a:solidFill>
                  <a:srgbClr val="665F68"/>
                </a:solidFill>
                <a:latin typeface="Be Vietnam Pro"/>
                <a:ea typeface="Be Vietnam Pro"/>
                <a:cs typeface="Be Vietnam Pro"/>
              </a:defRPr>
            </a:lvl3pPr>
            <a:lvl4pPr>
              <a:defRPr sz="1800" b="0">
                <a:solidFill>
                  <a:srgbClr val="665F68"/>
                </a:solidFill>
                <a:latin typeface="Be Vietnam Pro"/>
                <a:ea typeface="Be Vietnam Pro"/>
                <a:cs typeface="Be Vietnam Pro"/>
              </a:defRPr>
            </a:lvl4pPr>
            <a:lvl5pPr>
              <a:defRPr sz="1800" b="0">
                <a:solidFill>
                  <a:srgbClr val="665F68"/>
                </a:solidFill>
                <a:latin typeface="Be Vietnam Pro"/>
                <a:ea typeface="Be Vietnam Pro"/>
                <a:cs typeface="Be Vietnam Pro"/>
              </a:defRPr>
            </a:lvl5pPr>
            <a:lvl6pPr>
              <a:defRPr sz="1800" b="0">
                <a:solidFill>
                  <a:srgbClr val="665F68"/>
                </a:solidFill>
                <a:latin typeface="Be Vietnam Pro"/>
                <a:ea typeface="Be Vietnam Pro"/>
                <a:cs typeface="Be Vietnam Pro"/>
              </a:defRPr>
            </a:lvl6pPr>
            <a:lvl7pPr>
              <a:defRPr sz="1800" b="0">
                <a:solidFill>
                  <a:srgbClr val="665F68"/>
                </a:solidFill>
                <a:latin typeface="Be Vietnam Pro"/>
                <a:ea typeface="Be Vietnam Pro"/>
                <a:cs typeface="Be Vietnam Pro"/>
              </a:defRPr>
            </a:lvl7pPr>
            <a:lvl8pPr>
              <a:defRPr sz="1800" b="0">
                <a:solidFill>
                  <a:srgbClr val="665F68"/>
                </a:solidFill>
                <a:latin typeface="Be Vietnam Pro"/>
                <a:ea typeface="Be Vietnam Pro"/>
                <a:cs typeface="Be Vietnam Pro"/>
              </a:defRPr>
            </a:lvl8pPr>
            <a:lvl9pPr>
              <a:defRPr sz="1800" b="0">
                <a:solidFill>
                  <a:srgbClr val="665F68"/>
                </a:solidFill>
                <a:latin typeface="Be Vietnam Pro"/>
                <a:ea typeface="Be Vietnam Pro"/>
                <a:cs typeface="Be Vietnam Pro"/>
              </a:defRPr>
            </a:lvl9pPr>
          </a:lstStyle>
          <a:p xmlns:a="http://schemas.openxmlformats.org/drawingml/2006/main">
            <a:pPr>
              <a:lnSpc>
                <a:spcPct val="116000"/>
              </a:lnSpc>
              <a:buNone/>
              <a:defRPr sz="1800" b="0">
                <a:solidFill>
                  <a:srgbClr val="665F68"/>
                </a:solidFill>
                <a:latin typeface="Be Vietnam Pro"/>
                <a:ea typeface="Be Vietnam Pro"/>
                <a:cs typeface="Be Vietnam Pro"/>
              </a:defRPr>
            </a:pPr>
            <a:r>
              <a:rPr sz="1800" b="0">
                <a:solidFill>
                  <a:srgbClr val="665F68"/>
                </a:solidFill>
                <a:latin typeface="Be Vietnam Pro"/>
                <a:ea typeface="Be Vietnam Pro"/>
                <a:cs typeface="Be Vietnam Pro"/>
              </a:rPr>
              <a:t>Notary assessment and requested corrections</a:t>
            </a:r>
          </a:p>
        </p:txBody>
      </p:sp>
      <p:sp>
        <p:nvSpPr>
          <p:cNvPr id="10" name="body">
            <a:extLst xmlns:a="http://schemas.openxmlformats.org/drawingml/2006/main">
              <a:ext uri="{FF2B5EF4-FFF2-40B4-BE49-F238E27FC236}">
                <a16:creationId xmlns:a16="http://schemas.microsoft.com/office/drawing/2014/main" id="{DDE56349-92D3-41C9-917E-646DE245D56E}"/>
              </a:ext>
            </a:extLst>
          </p:cNvPr>
          <p:cNvSpPr>
            <a:spLocks xmlns:a="http://schemas.openxmlformats.org/drawingml/2006/main" noGrp="1"/>
          </p:cNvSpPr>
          <p:nvPr/>
        </p:nvSpPr>
        <p:spPr>
          <a:xfrm xmlns:a="http://schemas.openxmlformats.org/drawingml/2006/main">
            <a:off x="609600" y="4019550"/>
            <a:ext cx="476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325" b="1">
                <a:solidFill>
                  <a:srgbClr val="AA1D39"/>
                </a:solidFill>
                <a:latin typeface="Be Vietnam Pro"/>
                <a:ea typeface="Be Vietnam Pro"/>
                <a:cs typeface="Be Vietnam Pro"/>
              </a:defRPr>
            </a:defPPr>
            <a:lvl1pPr>
              <a:defRPr sz="2325" b="1">
                <a:solidFill>
                  <a:srgbClr val="AA1D39"/>
                </a:solidFill>
                <a:latin typeface="Be Vietnam Pro"/>
                <a:ea typeface="Be Vietnam Pro"/>
                <a:cs typeface="Be Vietnam Pro"/>
              </a:defRPr>
            </a:lvl1pPr>
            <a:lvl2pPr>
              <a:defRPr sz="2325" b="1">
                <a:solidFill>
                  <a:srgbClr val="AA1D39"/>
                </a:solidFill>
                <a:latin typeface="Be Vietnam Pro"/>
                <a:ea typeface="Be Vietnam Pro"/>
                <a:cs typeface="Be Vietnam Pro"/>
              </a:defRPr>
            </a:lvl2pPr>
            <a:lvl3pPr>
              <a:defRPr sz="2325" b="1">
                <a:solidFill>
                  <a:srgbClr val="AA1D39"/>
                </a:solidFill>
                <a:latin typeface="Be Vietnam Pro"/>
                <a:ea typeface="Be Vietnam Pro"/>
                <a:cs typeface="Be Vietnam Pro"/>
              </a:defRPr>
            </a:lvl3pPr>
            <a:lvl4pPr>
              <a:defRPr sz="2325" b="1">
                <a:solidFill>
                  <a:srgbClr val="AA1D39"/>
                </a:solidFill>
                <a:latin typeface="Be Vietnam Pro"/>
                <a:ea typeface="Be Vietnam Pro"/>
                <a:cs typeface="Be Vietnam Pro"/>
              </a:defRPr>
            </a:lvl4pPr>
            <a:lvl5pPr>
              <a:defRPr sz="2325" b="1">
                <a:solidFill>
                  <a:srgbClr val="AA1D39"/>
                </a:solidFill>
                <a:latin typeface="Be Vietnam Pro"/>
                <a:ea typeface="Be Vietnam Pro"/>
                <a:cs typeface="Be Vietnam Pro"/>
              </a:defRPr>
            </a:lvl5pPr>
            <a:lvl6pPr>
              <a:defRPr sz="2325" b="1">
                <a:solidFill>
                  <a:srgbClr val="AA1D39"/>
                </a:solidFill>
                <a:latin typeface="Be Vietnam Pro"/>
                <a:ea typeface="Be Vietnam Pro"/>
                <a:cs typeface="Be Vietnam Pro"/>
              </a:defRPr>
            </a:lvl6pPr>
            <a:lvl7pPr>
              <a:defRPr sz="2325" b="1">
                <a:solidFill>
                  <a:srgbClr val="AA1D39"/>
                </a:solidFill>
                <a:latin typeface="Be Vietnam Pro"/>
                <a:ea typeface="Be Vietnam Pro"/>
                <a:cs typeface="Be Vietnam Pro"/>
              </a:defRPr>
            </a:lvl7pPr>
            <a:lvl8pPr>
              <a:defRPr sz="2325" b="1">
                <a:solidFill>
                  <a:srgbClr val="AA1D39"/>
                </a:solidFill>
                <a:latin typeface="Be Vietnam Pro"/>
                <a:ea typeface="Be Vietnam Pro"/>
                <a:cs typeface="Be Vietnam Pro"/>
              </a:defRPr>
            </a:lvl8pPr>
            <a:lvl9pPr>
              <a:defRPr sz="2325" b="1">
                <a:solidFill>
                  <a:srgbClr val="AA1D39"/>
                </a:solidFill>
                <a:latin typeface="Be Vietnam Pro"/>
                <a:ea typeface="Be Vietnam Pro"/>
                <a:cs typeface="Be Vietnam Pro"/>
              </a:defRPr>
            </a:lvl9pPr>
          </a:lstStyle>
          <a:p xmlns:a="http://schemas.openxmlformats.org/drawingml/2006/main">
            <a:pPr>
              <a:lnSpc>
                <a:spcPct val="116000"/>
              </a:lnSpc>
              <a:buNone/>
              <a:defRPr sz="2325" b="1">
                <a:solidFill>
                  <a:srgbClr val="AA1D39"/>
                </a:solidFill>
                <a:latin typeface="Be Vietnam Pro"/>
                <a:ea typeface="Be Vietnam Pro"/>
                <a:cs typeface="Be Vietnam Pro"/>
              </a:defRPr>
            </a:pPr>
            <a:r>
              <a:rPr sz="2325" b="1">
                <a:solidFill>
                  <a:srgbClr val="AA1D39"/>
                </a:solidFill>
                <a:latin typeface="Be Vietnam Pro"/>
                <a:ea typeface="Be Vietnam Pro"/>
                <a:cs typeface="Be Vietnam Pro"/>
              </a:rPr>
              <a:t>3</a:t>
            </a:r>
          </a:p>
        </p:txBody>
      </p:sp>
      <p:sp>
        <p:nvSpPr>
          <p:cNvPr id="11" name="body">
            <a:extLst xmlns:a="http://schemas.openxmlformats.org/drawingml/2006/main">
              <a:ext uri="{FF2B5EF4-FFF2-40B4-BE49-F238E27FC236}">
                <a16:creationId xmlns:a16="http://schemas.microsoft.com/office/drawing/2014/main" id="{3FB08C1F-EFCE-4841-AA49-45A684FD1FEC}"/>
              </a:ext>
            </a:extLst>
          </p:cNvPr>
          <p:cNvSpPr>
            <a:spLocks xmlns:a="http://schemas.openxmlformats.org/drawingml/2006/main" noGrp="1"/>
          </p:cNvSpPr>
          <p:nvPr/>
        </p:nvSpPr>
        <p:spPr>
          <a:xfrm xmlns:a="http://schemas.openxmlformats.org/drawingml/2006/main">
            <a:off x="1257300" y="4029075"/>
            <a:ext cx="1762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1">
                <a:solidFill>
                  <a:srgbClr val="25222A"/>
                </a:solidFill>
                <a:latin typeface="Be Vietnam Pro"/>
                <a:ea typeface="Be Vietnam Pro"/>
                <a:cs typeface="Be Vietnam Pro"/>
              </a:defRPr>
            </a:defPPr>
            <a:lvl1pPr>
              <a:defRPr sz="2025" b="1">
                <a:solidFill>
                  <a:srgbClr val="25222A"/>
                </a:solidFill>
                <a:latin typeface="Be Vietnam Pro"/>
                <a:ea typeface="Be Vietnam Pro"/>
                <a:cs typeface="Be Vietnam Pro"/>
              </a:defRPr>
            </a:lvl1pPr>
            <a:lvl2pPr>
              <a:defRPr sz="2025" b="1">
                <a:solidFill>
                  <a:srgbClr val="25222A"/>
                </a:solidFill>
                <a:latin typeface="Be Vietnam Pro"/>
                <a:ea typeface="Be Vietnam Pro"/>
                <a:cs typeface="Be Vietnam Pro"/>
              </a:defRPr>
            </a:lvl2pPr>
            <a:lvl3pPr>
              <a:defRPr sz="2025" b="1">
                <a:solidFill>
                  <a:srgbClr val="25222A"/>
                </a:solidFill>
                <a:latin typeface="Be Vietnam Pro"/>
                <a:ea typeface="Be Vietnam Pro"/>
                <a:cs typeface="Be Vietnam Pro"/>
              </a:defRPr>
            </a:lvl3pPr>
            <a:lvl4pPr>
              <a:defRPr sz="2025" b="1">
                <a:solidFill>
                  <a:srgbClr val="25222A"/>
                </a:solidFill>
                <a:latin typeface="Be Vietnam Pro"/>
                <a:ea typeface="Be Vietnam Pro"/>
                <a:cs typeface="Be Vietnam Pro"/>
              </a:defRPr>
            </a:lvl4pPr>
            <a:lvl5pPr>
              <a:defRPr sz="2025" b="1">
                <a:solidFill>
                  <a:srgbClr val="25222A"/>
                </a:solidFill>
                <a:latin typeface="Be Vietnam Pro"/>
                <a:ea typeface="Be Vietnam Pro"/>
                <a:cs typeface="Be Vietnam Pro"/>
              </a:defRPr>
            </a:lvl5pPr>
            <a:lvl6pPr>
              <a:defRPr sz="2025" b="1">
                <a:solidFill>
                  <a:srgbClr val="25222A"/>
                </a:solidFill>
                <a:latin typeface="Be Vietnam Pro"/>
                <a:ea typeface="Be Vietnam Pro"/>
                <a:cs typeface="Be Vietnam Pro"/>
              </a:defRPr>
            </a:lvl6pPr>
            <a:lvl7pPr>
              <a:defRPr sz="2025" b="1">
                <a:solidFill>
                  <a:srgbClr val="25222A"/>
                </a:solidFill>
                <a:latin typeface="Be Vietnam Pro"/>
                <a:ea typeface="Be Vietnam Pro"/>
                <a:cs typeface="Be Vietnam Pro"/>
              </a:defRPr>
            </a:lvl7pPr>
            <a:lvl8pPr>
              <a:defRPr sz="2025" b="1">
                <a:solidFill>
                  <a:srgbClr val="25222A"/>
                </a:solidFill>
                <a:latin typeface="Be Vietnam Pro"/>
                <a:ea typeface="Be Vietnam Pro"/>
                <a:cs typeface="Be Vietnam Pro"/>
              </a:defRPr>
            </a:lvl8pPr>
            <a:lvl9pPr>
              <a:defRPr sz="2025" b="1">
                <a:solidFill>
                  <a:srgbClr val="25222A"/>
                </a:solidFill>
                <a:latin typeface="Be Vietnam Pro"/>
                <a:ea typeface="Be Vietnam Pro"/>
                <a:cs typeface="Be Vietnam Pro"/>
              </a:defRPr>
            </a:lvl9pPr>
          </a:lstStyle>
          <a:p xmlns:a="http://schemas.openxmlformats.org/drawingml/2006/main">
            <a:pPr>
              <a:lnSpc>
                <a:spcPct val="116000"/>
              </a:lnSpc>
              <a:buNone/>
              <a:defRPr sz="2025" b="1">
                <a:solidFill>
                  <a:srgbClr val="25222A"/>
                </a:solidFill>
                <a:latin typeface="Be Vietnam Pro"/>
                <a:ea typeface="Be Vietnam Pro"/>
                <a:cs typeface="Be Vietnam Pro"/>
              </a:defRPr>
            </a:pPr>
            <a:r>
              <a:rPr sz="2025" b="1">
                <a:solidFill>
                  <a:srgbClr val="25222A"/>
                </a:solidFill>
                <a:latin typeface="Be Vietnam Pro"/>
                <a:ea typeface="Be Vietnam Pro"/>
                <a:cs typeface="Be Vietnam Pro"/>
              </a:rPr>
              <a:t>Sign</a:t>
            </a:r>
          </a:p>
        </p:txBody>
      </p:sp>
      <p:sp>
        <p:nvSpPr>
          <p:cNvPr id="12" name="body">
            <a:extLst xmlns:a="http://schemas.openxmlformats.org/drawingml/2006/main">
              <a:ext uri="{FF2B5EF4-FFF2-40B4-BE49-F238E27FC236}">
                <a16:creationId xmlns:a16="http://schemas.microsoft.com/office/drawing/2014/main" id="{66865212-3690-48FA-B430-89628CA7C1F2}"/>
              </a:ext>
            </a:extLst>
          </p:cNvPr>
          <p:cNvSpPr>
            <a:spLocks xmlns:a="http://schemas.openxmlformats.org/drawingml/2006/main" noGrp="1"/>
          </p:cNvSpPr>
          <p:nvPr/>
        </p:nvSpPr>
        <p:spPr>
          <a:xfrm xmlns:a="http://schemas.openxmlformats.org/drawingml/2006/main">
            <a:off x="3143250" y="4038600"/>
            <a:ext cx="4286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665F68"/>
                </a:solidFill>
                <a:latin typeface="Be Vietnam Pro"/>
                <a:ea typeface="Be Vietnam Pro"/>
                <a:cs typeface="Be Vietnam Pro"/>
              </a:defRPr>
            </a:defPPr>
            <a:lvl1pPr>
              <a:defRPr sz="1800" b="0">
                <a:solidFill>
                  <a:srgbClr val="665F68"/>
                </a:solidFill>
                <a:latin typeface="Be Vietnam Pro"/>
                <a:ea typeface="Be Vietnam Pro"/>
                <a:cs typeface="Be Vietnam Pro"/>
              </a:defRPr>
            </a:lvl1pPr>
            <a:lvl2pPr>
              <a:defRPr sz="1800" b="0">
                <a:solidFill>
                  <a:srgbClr val="665F68"/>
                </a:solidFill>
                <a:latin typeface="Be Vietnam Pro"/>
                <a:ea typeface="Be Vietnam Pro"/>
                <a:cs typeface="Be Vietnam Pro"/>
              </a:defRPr>
            </a:lvl2pPr>
            <a:lvl3pPr>
              <a:defRPr sz="1800" b="0">
                <a:solidFill>
                  <a:srgbClr val="665F68"/>
                </a:solidFill>
                <a:latin typeface="Be Vietnam Pro"/>
                <a:ea typeface="Be Vietnam Pro"/>
                <a:cs typeface="Be Vietnam Pro"/>
              </a:defRPr>
            </a:lvl3pPr>
            <a:lvl4pPr>
              <a:defRPr sz="1800" b="0">
                <a:solidFill>
                  <a:srgbClr val="665F68"/>
                </a:solidFill>
                <a:latin typeface="Be Vietnam Pro"/>
                <a:ea typeface="Be Vietnam Pro"/>
                <a:cs typeface="Be Vietnam Pro"/>
              </a:defRPr>
            </a:lvl4pPr>
            <a:lvl5pPr>
              <a:defRPr sz="1800" b="0">
                <a:solidFill>
                  <a:srgbClr val="665F68"/>
                </a:solidFill>
                <a:latin typeface="Be Vietnam Pro"/>
                <a:ea typeface="Be Vietnam Pro"/>
                <a:cs typeface="Be Vietnam Pro"/>
              </a:defRPr>
            </a:lvl5pPr>
            <a:lvl6pPr>
              <a:defRPr sz="1800" b="0">
                <a:solidFill>
                  <a:srgbClr val="665F68"/>
                </a:solidFill>
                <a:latin typeface="Be Vietnam Pro"/>
                <a:ea typeface="Be Vietnam Pro"/>
                <a:cs typeface="Be Vietnam Pro"/>
              </a:defRPr>
            </a:lvl6pPr>
            <a:lvl7pPr>
              <a:defRPr sz="1800" b="0">
                <a:solidFill>
                  <a:srgbClr val="665F68"/>
                </a:solidFill>
                <a:latin typeface="Be Vietnam Pro"/>
                <a:ea typeface="Be Vietnam Pro"/>
                <a:cs typeface="Be Vietnam Pro"/>
              </a:defRPr>
            </a:lvl7pPr>
            <a:lvl8pPr>
              <a:defRPr sz="1800" b="0">
                <a:solidFill>
                  <a:srgbClr val="665F68"/>
                </a:solidFill>
                <a:latin typeface="Be Vietnam Pro"/>
                <a:ea typeface="Be Vietnam Pro"/>
                <a:cs typeface="Be Vietnam Pro"/>
              </a:defRPr>
            </a:lvl8pPr>
            <a:lvl9pPr>
              <a:defRPr sz="1800" b="0">
                <a:solidFill>
                  <a:srgbClr val="665F68"/>
                </a:solidFill>
                <a:latin typeface="Be Vietnam Pro"/>
                <a:ea typeface="Be Vietnam Pro"/>
                <a:cs typeface="Be Vietnam Pro"/>
              </a:defRPr>
            </a:lvl9pPr>
          </a:lstStyle>
          <a:p xmlns:a="http://schemas.openxmlformats.org/drawingml/2006/main">
            <a:pPr>
              <a:lnSpc>
                <a:spcPct val="116000"/>
              </a:lnSpc>
              <a:buNone/>
              <a:defRPr sz="1800" b="0">
                <a:solidFill>
                  <a:srgbClr val="665F68"/>
                </a:solidFill>
                <a:latin typeface="Be Vietnam Pro"/>
                <a:ea typeface="Be Vietnam Pro"/>
                <a:cs typeface="Be Vietnam Pro"/>
              </a:defRPr>
            </a:pPr>
            <a:r>
              <a:rPr sz="1800" b="0">
                <a:solidFill>
                  <a:srgbClr val="665F68"/>
                </a:solidFill>
                <a:latin typeface="Be Vietnam Pro"/>
                <a:ea typeface="Be Vietnam Pro"/>
                <a:cs typeface="Be Vietnam Pro"/>
              </a:rPr>
              <a:t>Signing step in the application</a:t>
            </a:r>
          </a:p>
        </p:txBody>
      </p:sp>
      <p:sp>
        <p:nvSpPr>
          <p:cNvPr id="13" name="body">
            <a:extLst xmlns:a="http://schemas.openxmlformats.org/drawingml/2006/main">
              <a:ext uri="{FF2B5EF4-FFF2-40B4-BE49-F238E27FC236}">
                <a16:creationId xmlns:a16="http://schemas.microsoft.com/office/drawing/2014/main" id="{784529D1-31B0-43E2-B4F5-8E949B343BE7}"/>
              </a:ext>
            </a:extLst>
          </p:cNvPr>
          <p:cNvSpPr>
            <a:spLocks xmlns:a="http://schemas.openxmlformats.org/drawingml/2006/main" noGrp="1"/>
          </p:cNvSpPr>
          <p:nvPr/>
        </p:nvSpPr>
        <p:spPr>
          <a:xfrm xmlns:a="http://schemas.openxmlformats.org/drawingml/2006/main">
            <a:off x="609600" y="4886325"/>
            <a:ext cx="476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325" b="1">
                <a:solidFill>
                  <a:srgbClr val="AA1D39"/>
                </a:solidFill>
                <a:latin typeface="Be Vietnam Pro"/>
                <a:ea typeface="Be Vietnam Pro"/>
                <a:cs typeface="Be Vietnam Pro"/>
              </a:defRPr>
            </a:defPPr>
            <a:lvl1pPr>
              <a:defRPr sz="2325" b="1">
                <a:solidFill>
                  <a:srgbClr val="AA1D39"/>
                </a:solidFill>
                <a:latin typeface="Be Vietnam Pro"/>
                <a:ea typeface="Be Vietnam Pro"/>
                <a:cs typeface="Be Vietnam Pro"/>
              </a:defRPr>
            </a:lvl1pPr>
            <a:lvl2pPr>
              <a:defRPr sz="2325" b="1">
                <a:solidFill>
                  <a:srgbClr val="AA1D39"/>
                </a:solidFill>
                <a:latin typeface="Be Vietnam Pro"/>
                <a:ea typeface="Be Vietnam Pro"/>
                <a:cs typeface="Be Vietnam Pro"/>
              </a:defRPr>
            </a:lvl2pPr>
            <a:lvl3pPr>
              <a:defRPr sz="2325" b="1">
                <a:solidFill>
                  <a:srgbClr val="AA1D39"/>
                </a:solidFill>
                <a:latin typeface="Be Vietnam Pro"/>
                <a:ea typeface="Be Vietnam Pro"/>
                <a:cs typeface="Be Vietnam Pro"/>
              </a:defRPr>
            </a:lvl3pPr>
            <a:lvl4pPr>
              <a:defRPr sz="2325" b="1">
                <a:solidFill>
                  <a:srgbClr val="AA1D39"/>
                </a:solidFill>
                <a:latin typeface="Be Vietnam Pro"/>
                <a:ea typeface="Be Vietnam Pro"/>
                <a:cs typeface="Be Vietnam Pro"/>
              </a:defRPr>
            </a:lvl4pPr>
            <a:lvl5pPr>
              <a:defRPr sz="2325" b="1">
                <a:solidFill>
                  <a:srgbClr val="AA1D39"/>
                </a:solidFill>
                <a:latin typeface="Be Vietnam Pro"/>
                <a:ea typeface="Be Vietnam Pro"/>
                <a:cs typeface="Be Vietnam Pro"/>
              </a:defRPr>
            </a:lvl5pPr>
            <a:lvl6pPr>
              <a:defRPr sz="2325" b="1">
                <a:solidFill>
                  <a:srgbClr val="AA1D39"/>
                </a:solidFill>
                <a:latin typeface="Be Vietnam Pro"/>
                <a:ea typeface="Be Vietnam Pro"/>
                <a:cs typeface="Be Vietnam Pro"/>
              </a:defRPr>
            </a:lvl6pPr>
            <a:lvl7pPr>
              <a:defRPr sz="2325" b="1">
                <a:solidFill>
                  <a:srgbClr val="AA1D39"/>
                </a:solidFill>
                <a:latin typeface="Be Vietnam Pro"/>
                <a:ea typeface="Be Vietnam Pro"/>
                <a:cs typeface="Be Vietnam Pro"/>
              </a:defRPr>
            </a:lvl7pPr>
            <a:lvl8pPr>
              <a:defRPr sz="2325" b="1">
                <a:solidFill>
                  <a:srgbClr val="AA1D39"/>
                </a:solidFill>
                <a:latin typeface="Be Vietnam Pro"/>
                <a:ea typeface="Be Vietnam Pro"/>
                <a:cs typeface="Be Vietnam Pro"/>
              </a:defRPr>
            </a:lvl8pPr>
            <a:lvl9pPr>
              <a:defRPr sz="2325" b="1">
                <a:solidFill>
                  <a:srgbClr val="AA1D39"/>
                </a:solidFill>
                <a:latin typeface="Be Vietnam Pro"/>
                <a:ea typeface="Be Vietnam Pro"/>
                <a:cs typeface="Be Vietnam Pro"/>
              </a:defRPr>
            </a:lvl9pPr>
          </a:lstStyle>
          <a:p xmlns:a="http://schemas.openxmlformats.org/drawingml/2006/main">
            <a:pPr>
              <a:lnSpc>
                <a:spcPct val="116000"/>
              </a:lnSpc>
              <a:buNone/>
              <a:defRPr sz="2325" b="1">
                <a:solidFill>
                  <a:srgbClr val="AA1D39"/>
                </a:solidFill>
                <a:latin typeface="Be Vietnam Pro"/>
                <a:ea typeface="Be Vietnam Pro"/>
                <a:cs typeface="Be Vietnam Pro"/>
              </a:defRPr>
            </a:pPr>
            <a:r>
              <a:rPr sz="2325" b="1">
                <a:solidFill>
                  <a:srgbClr val="AA1D39"/>
                </a:solidFill>
                <a:latin typeface="Be Vietnam Pro"/>
                <a:ea typeface="Be Vietnam Pro"/>
                <a:cs typeface="Be Vietnam Pro"/>
              </a:rPr>
              <a:t>4</a:t>
            </a:r>
          </a:p>
        </p:txBody>
      </p:sp>
      <p:sp>
        <p:nvSpPr>
          <p:cNvPr id="14" name="body">
            <a:extLst xmlns:a="http://schemas.openxmlformats.org/drawingml/2006/main">
              <a:ext uri="{FF2B5EF4-FFF2-40B4-BE49-F238E27FC236}">
                <a16:creationId xmlns:a16="http://schemas.microsoft.com/office/drawing/2014/main" id="{15C9669F-447D-4A11-AFD3-09A2E173DEE4}"/>
              </a:ext>
            </a:extLst>
          </p:cNvPr>
          <p:cNvSpPr>
            <a:spLocks xmlns:a="http://schemas.openxmlformats.org/drawingml/2006/main" noGrp="1"/>
          </p:cNvSpPr>
          <p:nvPr/>
        </p:nvSpPr>
        <p:spPr>
          <a:xfrm xmlns:a="http://schemas.openxmlformats.org/drawingml/2006/main">
            <a:off x="1257300" y="4895850"/>
            <a:ext cx="1762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1">
                <a:solidFill>
                  <a:srgbClr val="25222A"/>
                </a:solidFill>
                <a:latin typeface="Be Vietnam Pro"/>
                <a:ea typeface="Be Vietnam Pro"/>
                <a:cs typeface="Be Vietnam Pro"/>
              </a:defRPr>
            </a:defPPr>
            <a:lvl1pPr>
              <a:defRPr sz="2025" b="1">
                <a:solidFill>
                  <a:srgbClr val="25222A"/>
                </a:solidFill>
                <a:latin typeface="Be Vietnam Pro"/>
                <a:ea typeface="Be Vietnam Pro"/>
                <a:cs typeface="Be Vietnam Pro"/>
              </a:defRPr>
            </a:lvl1pPr>
            <a:lvl2pPr>
              <a:defRPr sz="2025" b="1">
                <a:solidFill>
                  <a:srgbClr val="25222A"/>
                </a:solidFill>
                <a:latin typeface="Be Vietnam Pro"/>
                <a:ea typeface="Be Vietnam Pro"/>
                <a:cs typeface="Be Vietnam Pro"/>
              </a:defRPr>
            </a:lvl2pPr>
            <a:lvl3pPr>
              <a:defRPr sz="2025" b="1">
                <a:solidFill>
                  <a:srgbClr val="25222A"/>
                </a:solidFill>
                <a:latin typeface="Be Vietnam Pro"/>
                <a:ea typeface="Be Vietnam Pro"/>
                <a:cs typeface="Be Vietnam Pro"/>
              </a:defRPr>
            </a:lvl3pPr>
            <a:lvl4pPr>
              <a:defRPr sz="2025" b="1">
                <a:solidFill>
                  <a:srgbClr val="25222A"/>
                </a:solidFill>
                <a:latin typeface="Be Vietnam Pro"/>
                <a:ea typeface="Be Vietnam Pro"/>
                <a:cs typeface="Be Vietnam Pro"/>
              </a:defRPr>
            </a:lvl4pPr>
            <a:lvl5pPr>
              <a:defRPr sz="2025" b="1">
                <a:solidFill>
                  <a:srgbClr val="25222A"/>
                </a:solidFill>
                <a:latin typeface="Be Vietnam Pro"/>
                <a:ea typeface="Be Vietnam Pro"/>
                <a:cs typeface="Be Vietnam Pro"/>
              </a:defRPr>
            </a:lvl5pPr>
            <a:lvl6pPr>
              <a:defRPr sz="2025" b="1">
                <a:solidFill>
                  <a:srgbClr val="25222A"/>
                </a:solidFill>
                <a:latin typeface="Be Vietnam Pro"/>
                <a:ea typeface="Be Vietnam Pro"/>
                <a:cs typeface="Be Vietnam Pro"/>
              </a:defRPr>
            </a:lvl6pPr>
            <a:lvl7pPr>
              <a:defRPr sz="2025" b="1">
                <a:solidFill>
                  <a:srgbClr val="25222A"/>
                </a:solidFill>
                <a:latin typeface="Be Vietnam Pro"/>
                <a:ea typeface="Be Vietnam Pro"/>
                <a:cs typeface="Be Vietnam Pro"/>
              </a:defRPr>
            </a:lvl7pPr>
            <a:lvl8pPr>
              <a:defRPr sz="2025" b="1">
                <a:solidFill>
                  <a:srgbClr val="25222A"/>
                </a:solidFill>
                <a:latin typeface="Be Vietnam Pro"/>
                <a:ea typeface="Be Vietnam Pro"/>
                <a:cs typeface="Be Vietnam Pro"/>
              </a:defRPr>
            </a:lvl8pPr>
            <a:lvl9pPr>
              <a:defRPr sz="2025" b="1">
                <a:solidFill>
                  <a:srgbClr val="25222A"/>
                </a:solidFill>
                <a:latin typeface="Be Vietnam Pro"/>
                <a:ea typeface="Be Vietnam Pro"/>
                <a:cs typeface="Be Vietnam Pro"/>
              </a:defRPr>
            </a:lvl9pPr>
          </a:lstStyle>
          <a:p xmlns:a="http://schemas.openxmlformats.org/drawingml/2006/main">
            <a:pPr>
              <a:lnSpc>
                <a:spcPct val="116000"/>
              </a:lnSpc>
              <a:buNone/>
              <a:defRPr sz="2025" b="1">
                <a:solidFill>
                  <a:srgbClr val="25222A"/>
                </a:solidFill>
                <a:latin typeface="Be Vietnam Pro"/>
                <a:ea typeface="Be Vietnam Pro"/>
                <a:cs typeface="Be Vietnam Pro"/>
              </a:defRPr>
            </a:pPr>
            <a:r>
              <a:rPr sz="2025" b="1">
                <a:solidFill>
                  <a:srgbClr val="25222A"/>
                </a:solidFill>
                <a:latin typeface="Be Vietnam Pro"/>
                <a:ea typeface="Be Vietnam Pro"/>
                <a:cs typeface="Be Vietnam Pro"/>
              </a:rPr>
              <a:t>Complete</a:t>
            </a:r>
          </a:p>
        </p:txBody>
      </p:sp>
      <p:sp>
        <p:nvSpPr>
          <p:cNvPr id="15" name="body">
            <a:extLst xmlns:a="http://schemas.openxmlformats.org/drawingml/2006/main">
              <a:ext uri="{FF2B5EF4-FFF2-40B4-BE49-F238E27FC236}">
                <a16:creationId xmlns:a16="http://schemas.microsoft.com/office/drawing/2014/main" id="{121E8C67-BA9E-4F03-8E53-13FAEB0DCCE2}"/>
              </a:ext>
            </a:extLst>
          </p:cNvPr>
          <p:cNvSpPr>
            <a:spLocks xmlns:a="http://schemas.openxmlformats.org/drawingml/2006/main" noGrp="1"/>
          </p:cNvSpPr>
          <p:nvPr/>
        </p:nvSpPr>
        <p:spPr>
          <a:xfrm xmlns:a="http://schemas.openxmlformats.org/drawingml/2006/main">
            <a:off x="3143250" y="4905375"/>
            <a:ext cx="4286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665F68"/>
                </a:solidFill>
                <a:latin typeface="Be Vietnam Pro"/>
                <a:ea typeface="Be Vietnam Pro"/>
                <a:cs typeface="Be Vietnam Pro"/>
              </a:defRPr>
            </a:defPPr>
            <a:lvl1pPr>
              <a:defRPr sz="1800" b="0">
                <a:solidFill>
                  <a:srgbClr val="665F68"/>
                </a:solidFill>
                <a:latin typeface="Be Vietnam Pro"/>
                <a:ea typeface="Be Vietnam Pro"/>
                <a:cs typeface="Be Vietnam Pro"/>
              </a:defRPr>
            </a:lvl1pPr>
            <a:lvl2pPr>
              <a:defRPr sz="1800" b="0">
                <a:solidFill>
                  <a:srgbClr val="665F68"/>
                </a:solidFill>
                <a:latin typeface="Be Vietnam Pro"/>
                <a:ea typeface="Be Vietnam Pro"/>
                <a:cs typeface="Be Vietnam Pro"/>
              </a:defRPr>
            </a:lvl2pPr>
            <a:lvl3pPr>
              <a:defRPr sz="1800" b="0">
                <a:solidFill>
                  <a:srgbClr val="665F68"/>
                </a:solidFill>
                <a:latin typeface="Be Vietnam Pro"/>
                <a:ea typeface="Be Vietnam Pro"/>
                <a:cs typeface="Be Vietnam Pro"/>
              </a:defRPr>
            </a:lvl3pPr>
            <a:lvl4pPr>
              <a:defRPr sz="1800" b="0">
                <a:solidFill>
                  <a:srgbClr val="665F68"/>
                </a:solidFill>
                <a:latin typeface="Be Vietnam Pro"/>
                <a:ea typeface="Be Vietnam Pro"/>
                <a:cs typeface="Be Vietnam Pro"/>
              </a:defRPr>
            </a:lvl4pPr>
            <a:lvl5pPr>
              <a:defRPr sz="1800" b="0">
                <a:solidFill>
                  <a:srgbClr val="665F68"/>
                </a:solidFill>
                <a:latin typeface="Be Vietnam Pro"/>
                <a:ea typeface="Be Vietnam Pro"/>
                <a:cs typeface="Be Vietnam Pro"/>
              </a:defRPr>
            </a:lvl5pPr>
            <a:lvl6pPr>
              <a:defRPr sz="1800" b="0">
                <a:solidFill>
                  <a:srgbClr val="665F68"/>
                </a:solidFill>
                <a:latin typeface="Be Vietnam Pro"/>
                <a:ea typeface="Be Vietnam Pro"/>
                <a:cs typeface="Be Vietnam Pro"/>
              </a:defRPr>
            </a:lvl6pPr>
            <a:lvl7pPr>
              <a:defRPr sz="1800" b="0">
                <a:solidFill>
                  <a:srgbClr val="665F68"/>
                </a:solidFill>
                <a:latin typeface="Be Vietnam Pro"/>
                <a:ea typeface="Be Vietnam Pro"/>
                <a:cs typeface="Be Vietnam Pro"/>
              </a:defRPr>
            </a:lvl7pPr>
            <a:lvl8pPr>
              <a:defRPr sz="1800" b="0">
                <a:solidFill>
                  <a:srgbClr val="665F68"/>
                </a:solidFill>
                <a:latin typeface="Be Vietnam Pro"/>
                <a:ea typeface="Be Vietnam Pro"/>
                <a:cs typeface="Be Vietnam Pro"/>
              </a:defRPr>
            </a:lvl8pPr>
            <a:lvl9pPr>
              <a:defRPr sz="1800" b="0">
                <a:solidFill>
                  <a:srgbClr val="665F68"/>
                </a:solidFill>
                <a:latin typeface="Be Vietnam Pro"/>
                <a:ea typeface="Be Vietnam Pro"/>
                <a:cs typeface="Be Vietnam Pro"/>
              </a:defRPr>
            </a:lvl9pPr>
          </a:lstStyle>
          <a:p xmlns:a="http://schemas.openxmlformats.org/drawingml/2006/main">
            <a:pPr>
              <a:lnSpc>
                <a:spcPct val="116000"/>
              </a:lnSpc>
              <a:buNone/>
              <a:defRPr sz="1800" b="0">
                <a:solidFill>
                  <a:srgbClr val="665F68"/>
                </a:solidFill>
                <a:latin typeface="Be Vietnam Pro"/>
                <a:ea typeface="Be Vietnam Pro"/>
                <a:cs typeface="Be Vietnam Pro"/>
              </a:defRPr>
            </a:pPr>
            <a:r>
              <a:rPr sz="1800" b="0">
                <a:solidFill>
                  <a:srgbClr val="665F68"/>
                </a:solidFill>
                <a:latin typeface="Be Vietnam Pro"/>
                <a:ea typeface="Be Vietnam Pro"/>
                <a:cs typeface="Be Vietnam Pro"/>
              </a:rPr>
              <a:t>Payment status, issued files and wallet</a:t>
            </a:r>
          </a:p>
        </p:txBody>
      </p:sp>
      <p:pic>
        <p:nvPicPr>
          <p:cNvPr id="16" name="">
            <a:extLst xmlns:a="http://schemas.openxmlformats.org/drawingml/2006/main">
              <a:ext uri="{FF2B5EF4-FFF2-40B4-BE49-F238E27FC236}">
                <a16:creationId xmlns:a16="http://schemas.microsoft.com/office/drawing/2014/main" id="{D435B813-5E60-430F-AF7D-699E6C16A144}"/>
              </a:ext>
            </a:extLst>
          </p:cNvPr>
          <p:cNvPicPr>
            <a:picLocks xmlns:a="http://schemas.openxmlformats.org/drawingml/2006/main" noChangeAspect="1"/>
          </p:cNvPicPr>
          <p:nvPr/>
        </p:nvPicPr>
        <p:blipFill>
          <a:blip xmlns:r="http://schemas.openxmlformats.org/officeDocument/2006/relationships" xmlns:a="http://schemas.openxmlformats.org/drawingml/2006/main" r:embed="R76dae6be98d442d1"/>
          <a:stretch xmlns:a="http://schemas.openxmlformats.org/drawingml/2006/main"/>
        </p:blipFill>
        <p:spPr>
          <a:xfrm xmlns:a="http://schemas.openxmlformats.org/drawingml/2006/main">
            <a:off x="8798075" y="1790700"/>
            <a:ext cx="2015824" cy="4362450"/>
          </a:xfrm>
          <a:prstGeom xmlns:a="http://schemas.openxmlformats.org/drawingml/2006/main" prst="rect">
            <a:avLst/>
          </a:prstGeom>
        </p:spPr>
      </p:pic>
      <p:sp>
        <p:nvSpPr>
          <p:cNvPr id="17" name="source-note">
            <a:extLst xmlns:a="http://schemas.openxmlformats.org/drawingml/2006/main">
              <a:ext uri="{FF2B5EF4-FFF2-40B4-BE49-F238E27FC236}">
                <a16:creationId xmlns:a16="http://schemas.microsoft.com/office/drawing/2014/main" id="{FB3B495B-5FB9-42AF-87F0-087F29C6F8E2}"/>
              </a:ext>
            </a:extLst>
          </p:cNvPr>
          <p:cNvSpPr>
            <a:spLocks xmlns:a="http://schemas.openxmlformats.org/drawingml/2006/main" noGrp="1"/>
          </p:cNvSpPr>
          <p:nvPr/>
        </p:nvSpPr>
        <p:spPr>
          <a:xfrm xmlns:a="http://schemas.openxmlformats.org/drawingml/2006/main">
            <a:off x="609600" y="5905500"/>
            <a:ext cx="7620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125" b="0">
                <a:solidFill>
                  <a:srgbClr val="665F68"/>
                </a:solidFill>
                <a:latin typeface="Be Vietnam Pro"/>
                <a:ea typeface="Be Vietnam Pro"/>
                <a:cs typeface="Be Vietnam Pro"/>
              </a:defRPr>
            </a:defPPr>
            <a:lvl1pPr>
              <a:defRPr sz="1125" b="0">
                <a:solidFill>
                  <a:srgbClr val="665F68"/>
                </a:solidFill>
                <a:latin typeface="Be Vietnam Pro"/>
                <a:ea typeface="Be Vietnam Pro"/>
                <a:cs typeface="Be Vietnam Pro"/>
              </a:defRPr>
            </a:lvl1pPr>
            <a:lvl2pPr>
              <a:defRPr sz="1125" b="0">
                <a:solidFill>
                  <a:srgbClr val="665F68"/>
                </a:solidFill>
                <a:latin typeface="Be Vietnam Pro"/>
                <a:ea typeface="Be Vietnam Pro"/>
                <a:cs typeface="Be Vietnam Pro"/>
              </a:defRPr>
            </a:lvl2pPr>
            <a:lvl3pPr>
              <a:defRPr sz="1125" b="0">
                <a:solidFill>
                  <a:srgbClr val="665F68"/>
                </a:solidFill>
                <a:latin typeface="Be Vietnam Pro"/>
                <a:ea typeface="Be Vietnam Pro"/>
                <a:cs typeface="Be Vietnam Pro"/>
              </a:defRPr>
            </a:lvl3pPr>
            <a:lvl4pPr>
              <a:defRPr sz="1125" b="0">
                <a:solidFill>
                  <a:srgbClr val="665F68"/>
                </a:solidFill>
                <a:latin typeface="Be Vietnam Pro"/>
                <a:ea typeface="Be Vietnam Pro"/>
                <a:cs typeface="Be Vietnam Pro"/>
              </a:defRPr>
            </a:lvl4pPr>
            <a:lvl5pPr>
              <a:defRPr sz="1125" b="0">
                <a:solidFill>
                  <a:srgbClr val="665F68"/>
                </a:solidFill>
                <a:latin typeface="Be Vietnam Pro"/>
                <a:ea typeface="Be Vietnam Pro"/>
                <a:cs typeface="Be Vietnam Pro"/>
              </a:defRPr>
            </a:lvl5pPr>
            <a:lvl6pPr>
              <a:defRPr sz="1125" b="0">
                <a:solidFill>
                  <a:srgbClr val="665F68"/>
                </a:solidFill>
                <a:latin typeface="Be Vietnam Pro"/>
                <a:ea typeface="Be Vietnam Pro"/>
                <a:cs typeface="Be Vietnam Pro"/>
              </a:defRPr>
            </a:lvl6pPr>
            <a:lvl7pPr>
              <a:defRPr sz="1125" b="0">
                <a:solidFill>
                  <a:srgbClr val="665F68"/>
                </a:solidFill>
                <a:latin typeface="Be Vietnam Pro"/>
                <a:ea typeface="Be Vietnam Pro"/>
                <a:cs typeface="Be Vietnam Pro"/>
              </a:defRPr>
            </a:lvl7pPr>
            <a:lvl8pPr>
              <a:defRPr sz="1125" b="0">
                <a:solidFill>
                  <a:srgbClr val="665F68"/>
                </a:solidFill>
                <a:latin typeface="Be Vietnam Pro"/>
                <a:ea typeface="Be Vietnam Pro"/>
                <a:cs typeface="Be Vietnam Pro"/>
              </a:defRPr>
            </a:lvl8pPr>
            <a:lvl9pPr>
              <a:defRPr sz="1125" b="0">
                <a:solidFill>
                  <a:srgbClr val="665F68"/>
                </a:solidFill>
                <a:latin typeface="Be Vietnam Pro"/>
                <a:ea typeface="Be Vietnam Pro"/>
                <a:cs typeface="Be Vietnam Pro"/>
              </a:defRPr>
            </a:lvl9pPr>
          </a:lstStyle>
          <a:p xmlns:a="http://schemas.openxmlformats.org/drawingml/2006/main">
            <a:pPr>
              <a:lnSpc>
                <a:spcPct val="116000"/>
              </a:lnSpc>
              <a:buNone/>
              <a:defRPr sz="1125" b="0">
                <a:solidFill>
                  <a:srgbClr val="665F68"/>
                </a:solidFill>
                <a:latin typeface="Be Vietnam Pro"/>
                <a:ea typeface="Be Vietnam Pro"/>
                <a:cs typeface="Be Vietnam Pro"/>
              </a:defRPr>
            </a:pPr>
            <a:r>
              <a:rPr sz="1125" b="0">
                <a:solidFill>
                  <a:srgbClr val="665F68"/>
                </a:solidFill>
                <a:latin typeface="Be Vietnam Pro"/>
                <a:ea typeface="Be Vietnam Pro"/>
                <a:cs typeface="Be Vietnam Pro"/>
              </a:rPr>
              <a:t>Synthetic demonstration data</a:t>
            </a:r>
          </a:p>
        </p:txBody>
      </p:sp>
    </p:spTree>
    <p:extLst>
      <p:ext uri="{BB962C8B-B14F-4D97-AF65-F5344CB8AC3E}">
        <p14:creationId xmlns:p14="http://schemas.microsoft.com/office/powerpoint/2010/main" val="1801515763"/>
      </p:ext>
    </p:extLst>
  </p:cSld>
</p:sld>
</file>

<file path=ppt/slides/slide5.xml><?xml version="1.0" encoding="utf-8"?>
<p:sld xmlns:p="http://schemas.openxmlformats.org/presentationml/2006/main">
  <p:cSld>
    <p:bg>
      <p:bgPr>
        <a:solidFill xmlns:a="http://schemas.openxmlformats.org/drawingml/2006/main">
          <a:srgbClr val="FAF8F5"/>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91EAC45D-C2F5-44BB-AC3C-1521E5FB7BF9}"/>
              </a:ext>
            </a:extLst>
          </p:cNvPr>
          <p:cNvPicPr>
            <a:picLocks xmlns:a="http://schemas.openxmlformats.org/drawingml/2006/main" noChangeAspect="1"/>
          </p:cNvPicPr>
          <p:nvPr/>
        </p:nvPicPr>
        <p:blipFill>
          <a:blip xmlns:r="http://schemas.openxmlformats.org/officeDocument/2006/relationships" xmlns:a="http://schemas.openxmlformats.org/drawingml/2006/main" r:embed="R1ed75f54b08f4a15">
            <a:extLst>
              <a:ext uri="{96DAC541-7B7A-43D3-8B79-37D633B846F1}">
                <asvg:svgBlip xmlns:asvg="http://schemas.microsoft.com/office/drawing/2016/SVG/main" r:embed="Rdc833d34c6d84618"/>
              </a:ext>
            </a:extLst>
          </a:blip>
          <a:stretch xmlns:a="http://schemas.openxmlformats.org/drawingml/2006/main"/>
        </p:blipFill>
        <p:spPr>
          <a:xfrm xmlns:a="http://schemas.openxmlformats.org/drawingml/2006/main">
            <a:off x="609600" y="323850"/>
            <a:ext cx="1495425" cy="419100"/>
          </a:xfrm>
          <a:prstGeom xmlns:a="http://schemas.openxmlformats.org/drawingml/2006/main" prst="rect">
            <a:avLst/>
          </a:prstGeom>
        </p:spPr>
      </p:pic>
      <p:sp>
        <p:nvSpPr>
          <p:cNvPr id="2" name="title">
            <a:extLst xmlns:a="http://schemas.openxmlformats.org/drawingml/2006/main">
              <a:ext uri="{FF2B5EF4-FFF2-40B4-BE49-F238E27FC236}">
                <a16:creationId xmlns:a16="http://schemas.microsoft.com/office/drawing/2014/main" id="{5A08F8D9-2070-4947-80C8-8B05F569FB64}"/>
              </a:ext>
            </a:extLst>
          </p:cNvPr>
          <p:cNvSpPr>
            <a:spLocks xmlns:a="http://schemas.openxmlformats.org/drawingml/2006/main" noGrp="1"/>
          </p:cNvSpPr>
          <p:nvPr/>
        </p:nvSpPr>
        <p:spPr>
          <a:xfrm xmlns:a="http://schemas.openxmlformats.org/drawingml/2006/main">
            <a:off x="609600" y="1066800"/>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675" b="1">
                <a:solidFill>
                  <a:srgbClr val="25222A"/>
                </a:solidFill>
                <a:latin typeface="Be Vietnam Pro"/>
                <a:ea typeface="Be Vietnam Pro"/>
                <a:cs typeface="Be Vietnam Pro"/>
              </a:defRPr>
            </a:defPPr>
            <a:lvl1pPr>
              <a:defRPr sz="3675" b="1">
                <a:solidFill>
                  <a:srgbClr val="25222A"/>
                </a:solidFill>
                <a:latin typeface="Be Vietnam Pro"/>
                <a:ea typeface="Be Vietnam Pro"/>
                <a:cs typeface="Be Vietnam Pro"/>
              </a:defRPr>
            </a:lvl1pPr>
            <a:lvl2pPr>
              <a:defRPr sz="3675" b="1">
                <a:solidFill>
                  <a:srgbClr val="25222A"/>
                </a:solidFill>
                <a:latin typeface="Be Vietnam Pro"/>
                <a:ea typeface="Be Vietnam Pro"/>
                <a:cs typeface="Be Vietnam Pro"/>
              </a:defRPr>
            </a:lvl2pPr>
            <a:lvl3pPr>
              <a:defRPr sz="3675" b="1">
                <a:solidFill>
                  <a:srgbClr val="25222A"/>
                </a:solidFill>
                <a:latin typeface="Be Vietnam Pro"/>
                <a:ea typeface="Be Vietnam Pro"/>
                <a:cs typeface="Be Vietnam Pro"/>
              </a:defRPr>
            </a:lvl3pPr>
            <a:lvl4pPr>
              <a:defRPr sz="3675" b="1">
                <a:solidFill>
                  <a:srgbClr val="25222A"/>
                </a:solidFill>
                <a:latin typeface="Be Vietnam Pro"/>
                <a:ea typeface="Be Vietnam Pro"/>
                <a:cs typeface="Be Vietnam Pro"/>
              </a:defRPr>
            </a:lvl4pPr>
            <a:lvl5pPr>
              <a:defRPr sz="3675" b="1">
                <a:solidFill>
                  <a:srgbClr val="25222A"/>
                </a:solidFill>
                <a:latin typeface="Be Vietnam Pro"/>
                <a:ea typeface="Be Vietnam Pro"/>
                <a:cs typeface="Be Vietnam Pro"/>
              </a:defRPr>
            </a:lvl5pPr>
            <a:lvl6pPr>
              <a:defRPr sz="3675" b="1">
                <a:solidFill>
                  <a:srgbClr val="25222A"/>
                </a:solidFill>
                <a:latin typeface="Be Vietnam Pro"/>
                <a:ea typeface="Be Vietnam Pro"/>
                <a:cs typeface="Be Vietnam Pro"/>
              </a:defRPr>
            </a:lvl6pPr>
            <a:lvl7pPr>
              <a:defRPr sz="3675" b="1">
                <a:solidFill>
                  <a:srgbClr val="25222A"/>
                </a:solidFill>
                <a:latin typeface="Be Vietnam Pro"/>
                <a:ea typeface="Be Vietnam Pro"/>
                <a:cs typeface="Be Vietnam Pro"/>
              </a:defRPr>
            </a:lvl7pPr>
            <a:lvl8pPr>
              <a:defRPr sz="3675" b="1">
                <a:solidFill>
                  <a:srgbClr val="25222A"/>
                </a:solidFill>
                <a:latin typeface="Be Vietnam Pro"/>
                <a:ea typeface="Be Vietnam Pro"/>
                <a:cs typeface="Be Vietnam Pro"/>
              </a:defRPr>
            </a:lvl8pPr>
            <a:lvl9pPr>
              <a:defRPr sz="3675" b="1">
                <a:solidFill>
                  <a:srgbClr val="25222A"/>
                </a:solidFill>
                <a:latin typeface="Be Vietnam Pro"/>
                <a:ea typeface="Be Vietnam Pro"/>
                <a:cs typeface="Be Vietnam Pro"/>
              </a:defRPr>
            </a:lvl9pPr>
          </a:lstStyle>
          <a:p xmlns:a="http://schemas.openxmlformats.org/drawingml/2006/main">
            <a:pPr>
              <a:lnSpc>
                <a:spcPct val="116000"/>
              </a:lnSpc>
              <a:buNone/>
              <a:defRPr sz="3675" b="1">
                <a:solidFill>
                  <a:srgbClr val="25222A"/>
                </a:solidFill>
                <a:latin typeface="Be Vietnam Pro"/>
                <a:ea typeface="Be Vietnam Pro"/>
                <a:cs typeface="Be Vietnam Pro"/>
              </a:defRPr>
            </a:pPr>
            <a:r>
              <a:rPr sz="3675" b="1">
                <a:solidFill>
                  <a:srgbClr val="25222A"/>
                </a:solidFill>
                <a:latin typeface="Be Vietnam Pro"/>
                <a:ea typeface="Be Vietnam Pro"/>
                <a:cs typeface="Be Vietnam Pro"/>
              </a:rPr>
              <a:t>Guided submission in Vietnamese</a:t>
            </a:r>
          </a:p>
        </p:txBody>
      </p:sp>
      <p:sp>
        <p:nvSpPr>
          <p:cNvPr id="3" name="page">
            <a:extLst xmlns:a="http://schemas.openxmlformats.org/drawingml/2006/main">
              <a:ext uri="{FF2B5EF4-FFF2-40B4-BE49-F238E27FC236}">
                <a16:creationId xmlns:a16="http://schemas.microsoft.com/office/drawing/2014/main" id="{16C75041-3699-4A5C-8EE5-F20E9E6D52DB}"/>
              </a:ext>
            </a:extLst>
          </p:cNvPr>
          <p:cNvSpPr>
            <a:spLocks xmlns:a="http://schemas.openxmlformats.org/drawingml/2006/main" noGrp="1"/>
          </p:cNvSpPr>
          <p:nvPr/>
        </p:nvSpPr>
        <p:spPr>
          <a:xfrm xmlns:a="http://schemas.openxmlformats.org/drawingml/2006/main">
            <a:off x="11144250" y="6315075"/>
            <a:ext cx="4381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a:solidFill>
                  <a:srgbClr val="665F68"/>
                </a:solidFill>
                <a:latin typeface="Be Vietnam Pro"/>
                <a:ea typeface="Be Vietnam Pro"/>
                <a:cs typeface="Be Vietnam Pro"/>
              </a:defRPr>
            </a:defPPr>
            <a:lvl1pPr>
              <a:defRPr sz="1200">
                <a:solidFill>
                  <a:srgbClr val="665F68"/>
                </a:solidFill>
                <a:latin typeface="Be Vietnam Pro"/>
                <a:ea typeface="Be Vietnam Pro"/>
                <a:cs typeface="Be Vietnam Pro"/>
              </a:defRPr>
            </a:lvl1pPr>
            <a:lvl2pPr>
              <a:defRPr sz="1200">
                <a:solidFill>
                  <a:srgbClr val="665F68"/>
                </a:solidFill>
                <a:latin typeface="Be Vietnam Pro"/>
                <a:ea typeface="Be Vietnam Pro"/>
                <a:cs typeface="Be Vietnam Pro"/>
              </a:defRPr>
            </a:lvl2pPr>
            <a:lvl3pPr>
              <a:defRPr sz="1200">
                <a:solidFill>
                  <a:srgbClr val="665F68"/>
                </a:solidFill>
                <a:latin typeface="Be Vietnam Pro"/>
                <a:ea typeface="Be Vietnam Pro"/>
                <a:cs typeface="Be Vietnam Pro"/>
              </a:defRPr>
            </a:lvl3pPr>
            <a:lvl4pPr>
              <a:defRPr sz="1200">
                <a:solidFill>
                  <a:srgbClr val="665F68"/>
                </a:solidFill>
                <a:latin typeface="Be Vietnam Pro"/>
                <a:ea typeface="Be Vietnam Pro"/>
                <a:cs typeface="Be Vietnam Pro"/>
              </a:defRPr>
            </a:lvl4pPr>
            <a:lvl5pPr>
              <a:defRPr sz="1200">
                <a:solidFill>
                  <a:srgbClr val="665F68"/>
                </a:solidFill>
                <a:latin typeface="Be Vietnam Pro"/>
                <a:ea typeface="Be Vietnam Pro"/>
                <a:cs typeface="Be Vietnam Pro"/>
              </a:defRPr>
            </a:lvl5pPr>
            <a:lvl6pPr>
              <a:defRPr sz="1200">
                <a:solidFill>
                  <a:srgbClr val="665F68"/>
                </a:solidFill>
                <a:latin typeface="Be Vietnam Pro"/>
                <a:ea typeface="Be Vietnam Pro"/>
                <a:cs typeface="Be Vietnam Pro"/>
              </a:defRPr>
            </a:lvl6pPr>
            <a:lvl7pPr>
              <a:defRPr sz="1200">
                <a:solidFill>
                  <a:srgbClr val="665F68"/>
                </a:solidFill>
                <a:latin typeface="Be Vietnam Pro"/>
                <a:ea typeface="Be Vietnam Pro"/>
                <a:cs typeface="Be Vietnam Pro"/>
              </a:defRPr>
            </a:lvl7pPr>
            <a:lvl8pPr>
              <a:defRPr sz="1200">
                <a:solidFill>
                  <a:srgbClr val="665F68"/>
                </a:solidFill>
                <a:latin typeface="Be Vietnam Pro"/>
                <a:ea typeface="Be Vietnam Pro"/>
                <a:cs typeface="Be Vietnam Pro"/>
              </a:defRPr>
            </a:lvl8pPr>
            <a:lvl9pPr>
              <a:defRPr sz="1200">
                <a:solidFill>
                  <a:srgbClr val="665F68"/>
                </a:solidFill>
                <a:latin typeface="Be Vietnam Pro"/>
                <a:ea typeface="Be Vietnam Pro"/>
                <a:cs typeface="Be Vietnam Pro"/>
              </a:defRPr>
            </a:lvl9pPr>
          </a:lstStyle>
          <a:p xmlns:a="http://schemas.openxmlformats.org/drawingml/2006/main">
            <a:pPr>
              <a:defRPr sz="1200">
                <a:solidFill>
                  <a:srgbClr val="665F68"/>
                </a:solidFill>
                <a:latin typeface="Be Vietnam Pro"/>
                <a:ea typeface="Be Vietnam Pro"/>
                <a:cs typeface="Be Vietnam Pro"/>
              </a:defRPr>
            </a:pPr>
            <a:r>
              <a:rPr sz="1200">
                <a:solidFill>
                  <a:srgbClr val="665F68"/>
                </a:solidFill>
                <a:latin typeface="Be Vietnam Pro"/>
                <a:ea typeface="Be Vietnam Pro"/>
                <a:cs typeface="Be Vietnam Pro"/>
              </a:rPr>
              <a:t>05</a:t>
            </a:r>
          </a:p>
        </p:txBody>
      </p:sp>
      <p:pic>
        <p:nvPicPr>
          <p:cNvPr id="4" name="">
            <a:extLst xmlns:a="http://schemas.openxmlformats.org/drawingml/2006/main">
              <a:ext uri="{FF2B5EF4-FFF2-40B4-BE49-F238E27FC236}">
                <a16:creationId xmlns:a16="http://schemas.microsoft.com/office/drawing/2014/main" id="{4A8D471C-ED73-4C39-BCD3-F5D60CBEF23F}"/>
              </a:ext>
            </a:extLst>
          </p:cNvPr>
          <p:cNvPicPr>
            <a:picLocks xmlns:a="http://schemas.openxmlformats.org/drawingml/2006/main" noChangeAspect="1"/>
          </p:cNvPicPr>
          <p:nvPr/>
        </p:nvPicPr>
        <p:blipFill>
          <a:blip xmlns:r="http://schemas.openxmlformats.org/officeDocument/2006/relationships" xmlns:a="http://schemas.openxmlformats.org/drawingml/2006/main" r:embed="Rd4a7ab1d8ac843d2"/>
          <a:stretch xmlns:a="http://schemas.openxmlformats.org/drawingml/2006/main"/>
        </p:blipFill>
        <p:spPr>
          <a:xfrm xmlns:a="http://schemas.openxmlformats.org/drawingml/2006/main">
            <a:off x="609961" y="2200275"/>
            <a:ext cx="1866178" cy="4038600"/>
          </a:xfrm>
          <a:prstGeom xmlns:a="http://schemas.openxmlformats.org/drawingml/2006/main" prst="rect">
            <a:avLst/>
          </a:prstGeom>
        </p:spPr>
      </p:pic>
      <p:pic>
        <p:nvPicPr>
          <p:cNvPr id="5" name="">
            <a:extLst xmlns:a="http://schemas.openxmlformats.org/drawingml/2006/main">
              <a:ext uri="{FF2B5EF4-FFF2-40B4-BE49-F238E27FC236}">
                <a16:creationId xmlns:a16="http://schemas.microsoft.com/office/drawing/2014/main" id="{CDE1E9C5-E011-438E-A10F-4000A9F1AFB7}"/>
              </a:ext>
            </a:extLst>
          </p:cNvPr>
          <p:cNvPicPr>
            <a:picLocks xmlns:a="http://schemas.openxmlformats.org/drawingml/2006/main" noChangeAspect="1"/>
          </p:cNvPicPr>
          <p:nvPr/>
        </p:nvPicPr>
        <p:blipFill>
          <a:blip xmlns:r="http://schemas.openxmlformats.org/officeDocument/2006/relationships" xmlns:a="http://schemas.openxmlformats.org/drawingml/2006/main" r:embed="R491b0286f12a4481"/>
          <a:stretch xmlns:a="http://schemas.openxmlformats.org/drawingml/2006/main"/>
        </p:blipFill>
        <p:spPr>
          <a:xfrm xmlns:a="http://schemas.openxmlformats.org/drawingml/2006/main">
            <a:off x="2926416" y="2362200"/>
            <a:ext cx="5329518" cy="3905250"/>
          </a:xfrm>
          <a:prstGeom xmlns:a="http://schemas.openxmlformats.org/drawingml/2006/main" prst="rect">
            <a:avLst/>
          </a:prstGeom>
        </p:spPr>
      </p:pic>
      <p:sp>
        <p:nvSpPr>
          <p:cNvPr id="6" name="body">
            <a:extLst xmlns:a="http://schemas.openxmlformats.org/drawingml/2006/main">
              <a:ext uri="{FF2B5EF4-FFF2-40B4-BE49-F238E27FC236}">
                <a16:creationId xmlns:a16="http://schemas.microsoft.com/office/drawing/2014/main" id="{5D7D7C08-B342-43C7-900A-B22A142A6E9F}"/>
              </a:ext>
            </a:extLst>
          </p:cNvPr>
          <p:cNvSpPr>
            <a:spLocks xmlns:a="http://schemas.openxmlformats.org/drawingml/2006/main" noGrp="1"/>
          </p:cNvSpPr>
          <p:nvPr/>
        </p:nvSpPr>
        <p:spPr>
          <a:xfrm xmlns:a="http://schemas.openxmlformats.org/drawingml/2006/main">
            <a:off x="8743950" y="2371725"/>
            <a:ext cx="27908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1">
                <a:solidFill>
                  <a:srgbClr val="25222A"/>
                </a:solidFill>
                <a:latin typeface="Be Vietnam Pro"/>
                <a:ea typeface="Be Vietnam Pro"/>
                <a:cs typeface="Be Vietnam Pro"/>
              </a:defRPr>
            </a:defPPr>
            <a:lvl1pPr>
              <a:defRPr sz="2250" b="1">
                <a:solidFill>
                  <a:srgbClr val="25222A"/>
                </a:solidFill>
                <a:latin typeface="Be Vietnam Pro"/>
                <a:ea typeface="Be Vietnam Pro"/>
                <a:cs typeface="Be Vietnam Pro"/>
              </a:defRPr>
            </a:lvl1pPr>
            <a:lvl2pPr>
              <a:defRPr sz="2250" b="1">
                <a:solidFill>
                  <a:srgbClr val="25222A"/>
                </a:solidFill>
                <a:latin typeface="Be Vietnam Pro"/>
                <a:ea typeface="Be Vietnam Pro"/>
                <a:cs typeface="Be Vietnam Pro"/>
              </a:defRPr>
            </a:lvl2pPr>
            <a:lvl3pPr>
              <a:defRPr sz="2250" b="1">
                <a:solidFill>
                  <a:srgbClr val="25222A"/>
                </a:solidFill>
                <a:latin typeface="Be Vietnam Pro"/>
                <a:ea typeface="Be Vietnam Pro"/>
                <a:cs typeface="Be Vietnam Pro"/>
              </a:defRPr>
            </a:lvl3pPr>
            <a:lvl4pPr>
              <a:defRPr sz="2250" b="1">
                <a:solidFill>
                  <a:srgbClr val="25222A"/>
                </a:solidFill>
                <a:latin typeface="Be Vietnam Pro"/>
                <a:ea typeface="Be Vietnam Pro"/>
                <a:cs typeface="Be Vietnam Pro"/>
              </a:defRPr>
            </a:lvl4pPr>
            <a:lvl5pPr>
              <a:defRPr sz="2250" b="1">
                <a:solidFill>
                  <a:srgbClr val="25222A"/>
                </a:solidFill>
                <a:latin typeface="Be Vietnam Pro"/>
                <a:ea typeface="Be Vietnam Pro"/>
                <a:cs typeface="Be Vietnam Pro"/>
              </a:defRPr>
            </a:lvl5pPr>
            <a:lvl6pPr>
              <a:defRPr sz="2250" b="1">
                <a:solidFill>
                  <a:srgbClr val="25222A"/>
                </a:solidFill>
                <a:latin typeface="Be Vietnam Pro"/>
                <a:ea typeface="Be Vietnam Pro"/>
                <a:cs typeface="Be Vietnam Pro"/>
              </a:defRPr>
            </a:lvl6pPr>
            <a:lvl7pPr>
              <a:defRPr sz="2250" b="1">
                <a:solidFill>
                  <a:srgbClr val="25222A"/>
                </a:solidFill>
                <a:latin typeface="Be Vietnam Pro"/>
                <a:ea typeface="Be Vietnam Pro"/>
                <a:cs typeface="Be Vietnam Pro"/>
              </a:defRPr>
            </a:lvl7pPr>
            <a:lvl8pPr>
              <a:defRPr sz="2250" b="1">
                <a:solidFill>
                  <a:srgbClr val="25222A"/>
                </a:solidFill>
                <a:latin typeface="Be Vietnam Pro"/>
                <a:ea typeface="Be Vietnam Pro"/>
                <a:cs typeface="Be Vietnam Pro"/>
              </a:defRPr>
            </a:lvl8pPr>
            <a:lvl9pPr>
              <a:defRPr sz="2250" b="1">
                <a:solidFill>
                  <a:srgbClr val="25222A"/>
                </a:solidFill>
                <a:latin typeface="Be Vietnam Pro"/>
                <a:ea typeface="Be Vietnam Pro"/>
                <a:cs typeface="Be Vietnam Pro"/>
              </a:defRPr>
            </a:lvl9pPr>
          </a:lstStyle>
          <a:p xmlns:a="http://schemas.openxmlformats.org/drawingml/2006/main">
            <a:pPr>
              <a:lnSpc>
                <a:spcPct val="116000"/>
              </a:lnSpc>
              <a:buNone/>
              <a:defRPr sz="2250" b="1">
                <a:solidFill>
                  <a:srgbClr val="25222A"/>
                </a:solidFill>
                <a:latin typeface="Be Vietnam Pro"/>
                <a:ea typeface="Be Vietnam Pro"/>
                <a:cs typeface="Be Vietnam Pro"/>
              </a:defRPr>
            </a:pPr>
            <a:r>
              <a:rPr sz="2250" b="1">
                <a:solidFill>
                  <a:srgbClr val="25222A"/>
                </a:solidFill>
                <a:latin typeface="Be Vietnam Pro"/>
                <a:ea typeface="Be Vietnam Pro"/>
                <a:cs typeface="Be Vietnam Pro"/>
              </a:rPr>
              <a:t>Prepare with fewer</a:t>
            </a:r>
          </a:p>
          <a:p xmlns:a="http://schemas.openxmlformats.org/drawingml/2006/main">
            <a:pPr>
              <a:lnSpc>
                <a:spcPct val="116000"/>
              </a:lnSpc>
              <a:buNone/>
              <a:defRPr sz="2250" b="1">
                <a:solidFill>
                  <a:srgbClr val="25222A"/>
                </a:solidFill>
                <a:latin typeface="Be Vietnam Pro"/>
                <a:ea typeface="Be Vietnam Pro"/>
                <a:cs typeface="Be Vietnam Pro"/>
              </a:defRPr>
            </a:pPr>
            <a:r>
              <a:rPr sz="2250" b="1">
                <a:solidFill>
                  <a:srgbClr val="25222A"/>
                </a:solidFill>
                <a:latin typeface="Be Vietnam Pro"/>
                <a:ea typeface="Be Vietnam Pro"/>
                <a:cs typeface="Be Vietnam Pro"/>
              </a:rPr>
              <a:t>unknowns</a:t>
            </a:r>
          </a:p>
        </p:txBody>
      </p:sp>
      <p:sp>
        <p:nvSpPr>
          <p:cNvPr id="7" name="body">
            <a:extLst xmlns:a="http://schemas.openxmlformats.org/drawingml/2006/main">
              <a:ext uri="{FF2B5EF4-FFF2-40B4-BE49-F238E27FC236}">
                <a16:creationId xmlns:a16="http://schemas.microsoft.com/office/drawing/2014/main" id="{61C74EFF-A117-481A-B335-637D92499424}"/>
              </a:ext>
            </a:extLst>
          </p:cNvPr>
          <p:cNvSpPr>
            <a:spLocks xmlns:a="http://schemas.openxmlformats.org/drawingml/2006/main" noGrp="1"/>
          </p:cNvSpPr>
          <p:nvPr/>
        </p:nvSpPr>
        <p:spPr>
          <a:xfrm xmlns:a="http://schemas.openxmlformats.org/drawingml/2006/main">
            <a:off x="8743950" y="3514725"/>
            <a:ext cx="2790825" cy="2257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665F68"/>
                </a:solidFill>
                <a:latin typeface="Be Vietnam Pro"/>
                <a:ea typeface="Be Vietnam Pro"/>
                <a:cs typeface="Be Vietnam Pro"/>
              </a:defRPr>
            </a:defPPr>
            <a:lvl1pPr>
              <a:defRPr sz="1875" b="0">
                <a:solidFill>
                  <a:srgbClr val="665F68"/>
                </a:solidFill>
                <a:latin typeface="Be Vietnam Pro"/>
                <a:ea typeface="Be Vietnam Pro"/>
                <a:cs typeface="Be Vietnam Pro"/>
              </a:defRPr>
            </a:lvl1pPr>
            <a:lvl2pPr>
              <a:defRPr sz="1875" b="0">
                <a:solidFill>
                  <a:srgbClr val="665F68"/>
                </a:solidFill>
                <a:latin typeface="Be Vietnam Pro"/>
                <a:ea typeface="Be Vietnam Pro"/>
                <a:cs typeface="Be Vietnam Pro"/>
              </a:defRPr>
            </a:lvl2pPr>
            <a:lvl3pPr>
              <a:defRPr sz="1875" b="0">
                <a:solidFill>
                  <a:srgbClr val="665F68"/>
                </a:solidFill>
                <a:latin typeface="Be Vietnam Pro"/>
                <a:ea typeface="Be Vietnam Pro"/>
                <a:cs typeface="Be Vietnam Pro"/>
              </a:defRPr>
            </a:lvl3pPr>
            <a:lvl4pPr>
              <a:defRPr sz="1875" b="0">
                <a:solidFill>
                  <a:srgbClr val="665F68"/>
                </a:solidFill>
                <a:latin typeface="Be Vietnam Pro"/>
                <a:ea typeface="Be Vietnam Pro"/>
                <a:cs typeface="Be Vietnam Pro"/>
              </a:defRPr>
            </a:lvl4pPr>
            <a:lvl5pPr>
              <a:defRPr sz="1875" b="0">
                <a:solidFill>
                  <a:srgbClr val="665F68"/>
                </a:solidFill>
                <a:latin typeface="Be Vietnam Pro"/>
                <a:ea typeface="Be Vietnam Pro"/>
                <a:cs typeface="Be Vietnam Pro"/>
              </a:defRPr>
            </a:lvl5pPr>
            <a:lvl6pPr>
              <a:defRPr sz="1875" b="0">
                <a:solidFill>
                  <a:srgbClr val="665F68"/>
                </a:solidFill>
                <a:latin typeface="Be Vietnam Pro"/>
                <a:ea typeface="Be Vietnam Pro"/>
                <a:cs typeface="Be Vietnam Pro"/>
              </a:defRPr>
            </a:lvl6pPr>
            <a:lvl7pPr>
              <a:defRPr sz="1875" b="0">
                <a:solidFill>
                  <a:srgbClr val="665F68"/>
                </a:solidFill>
                <a:latin typeface="Be Vietnam Pro"/>
                <a:ea typeface="Be Vietnam Pro"/>
                <a:cs typeface="Be Vietnam Pro"/>
              </a:defRPr>
            </a:lvl7pPr>
            <a:lvl8pPr>
              <a:defRPr sz="1875" b="0">
                <a:solidFill>
                  <a:srgbClr val="665F68"/>
                </a:solidFill>
                <a:latin typeface="Be Vietnam Pro"/>
                <a:ea typeface="Be Vietnam Pro"/>
                <a:cs typeface="Be Vietnam Pro"/>
              </a:defRPr>
            </a:lvl8pPr>
            <a:lvl9pPr>
              <a:defRPr sz="1875" b="0">
                <a:solidFill>
                  <a:srgbClr val="665F68"/>
                </a:solidFill>
                <a:latin typeface="Be Vietnam Pro"/>
                <a:ea typeface="Be Vietnam Pro"/>
                <a:cs typeface="Be Vietnam Pro"/>
              </a:defRPr>
            </a:lvl9pPr>
          </a:lstStyle>
          <a:p xmlns:a="http://schemas.openxmlformats.org/drawingml/2006/main">
            <a:pPr>
              <a:lnSpc>
                <a:spcPct val="116000"/>
              </a:lnSpc>
              <a:buNone/>
              <a:defRPr sz="1875" b="0">
                <a:solidFill>
                  <a:srgbClr val="665F68"/>
                </a:solidFill>
                <a:latin typeface="Be Vietnam Pro"/>
                <a:ea typeface="Be Vietnam Pro"/>
                <a:cs typeface="Be Vietnam Pro"/>
              </a:defRPr>
            </a:pPr>
            <a:r>
              <a:rPr sz="1875" b="0">
                <a:solidFill>
                  <a:srgbClr val="665F68"/>
                </a:solidFill>
                <a:latin typeface="Be Vietnam Pro"/>
                <a:ea typeface="Be Vietnam Pro"/>
                <a:cs typeface="Be Vietnam Pro"/>
              </a:rPr>
              <a:t>Step-by-step forms</a:t>
            </a:r>
          </a:p>
          <a:p xmlns:a="http://schemas.openxmlformats.org/drawingml/2006/main">
            <a:r>
              <a:t/>
            </a:r>
          </a:p>
          <a:p xmlns:a="http://schemas.openxmlformats.org/drawingml/2006/main">
            <a:pPr>
              <a:lnSpc>
                <a:spcPct val="116000"/>
              </a:lnSpc>
              <a:buNone/>
              <a:defRPr sz="1875" b="0">
                <a:solidFill>
                  <a:srgbClr val="665F68"/>
                </a:solidFill>
                <a:latin typeface="Be Vietnam Pro"/>
                <a:ea typeface="Be Vietnam Pro"/>
                <a:cs typeface="Be Vietnam Pro"/>
              </a:defRPr>
            </a:pPr>
            <a:r>
              <a:rPr sz="1875" b="0">
                <a:solidFill>
                  <a:srgbClr val="665F68"/>
                </a:solidFill>
                <a:latin typeface="Be Vietnam Pro"/>
                <a:ea typeface="Be Vietnam Pro"/>
                <a:cs typeface="Be Vietnam Pro"/>
              </a:rPr>
              <a:t>File selection and preview</a:t>
            </a:r>
          </a:p>
          <a:p xmlns:a="http://schemas.openxmlformats.org/drawingml/2006/main">
            <a:r>
              <a:t/>
            </a:r>
          </a:p>
          <a:p xmlns:a="http://schemas.openxmlformats.org/drawingml/2006/main">
            <a:pPr>
              <a:lnSpc>
                <a:spcPct val="116000"/>
              </a:lnSpc>
              <a:buNone/>
              <a:defRPr sz="1875" b="0">
                <a:solidFill>
                  <a:srgbClr val="665F68"/>
                </a:solidFill>
                <a:latin typeface="Be Vietnam Pro"/>
                <a:ea typeface="Be Vietnam Pro"/>
                <a:cs typeface="Be Vietnam Pro"/>
              </a:defRPr>
            </a:pPr>
            <a:r>
              <a:rPr sz="1875" b="0">
                <a:solidFill>
                  <a:srgbClr val="665F68"/>
                </a:solidFill>
                <a:latin typeface="Be Vietnam Pro"/>
                <a:ea typeface="Be Vietnam Pro"/>
                <a:cs typeface="Be Vietnam Pro"/>
              </a:rPr>
              <a:t>A review step before sending</a:t>
            </a:r>
          </a:p>
        </p:txBody>
      </p:sp>
    </p:spTree>
    <p:extLst>
      <p:ext uri="{BB962C8B-B14F-4D97-AF65-F5344CB8AC3E}">
        <p14:creationId xmlns:p14="http://schemas.microsoft.com/office/powerpoint/2010/main" val="201970832"/>
      </p:ext>
    </p:extLst>
  </p:cSld>
</p:sld>
</file>

<file path=ppt/slides/slide6.xml><?xml version="1.0" encoding="utf-8"?>
<p:sld xmlns:p="http://schemas.openxmlformats.org/presentationml/2006/main">
  <p:cSld>
    <p:bg>
      <p:bgPr>
        <a:solidFill xmlns:a="http://schemas.openxmlformats.org/drawingml/2006/main">
          <a:srgbClr val="FAF8F5"/>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CA5244EB-012D-4CBE-9203-9FE796DF75A7}"/>
              </a:ext>
            </a:extLst>
          </p:cNvPr>
          <p:cNvPicPr>
            <a:picLocks xmlns:a="http://schemas.openxmlformats.org/drawingml/2006/main" noChangeAspect="1"/>
          </p:cNvPicPr>
          <p:nvPr/>
        </p:nvPicPr>
        <p:blipFill>
          <a:blip xmlns:r="http://schemas.openxmlformats.org/officeDocument/2006/relationships" xmlns:a="http://schemas.openxmlformats.org/drawingml/2006/main" r:embed="Ra4ee8eaf03844052">
            <a:extLst>
              <a:ext uri="{96DAC541-7B7A-43D3-8B79-37D633B846F1}">
                <asvg:svgBlip xmlns:asvg="http://schemas.microsoft.com/office/drawing/2016/SVG/main" r:embed="R94b1b4f21e0241a5"/>
              </a:ext>
            </a:extLst>
          </a:blip>
          <a:stretch xmlns:a="http://schemas.openxmlformats.org/drawingml/2006/main"/>
        </p:blipFill>
        <p:spPr>
          <a:xfrm xmlns:a="http://schemas.openxmlformats.org/drawingml/2006/main">
            <a:off x="609600" y="323850"/>
            <a:ext cx="1495425" cy="419100"/>
          </a:xfrm>
          <a:prstGeom xmlns:a="http://schemas.openxmlformats.org/drawingml/2006/main" prst="rect">
            <a:avLst/>
          </a:prstGeom>
        </p:spPr>
      </p:pic>
      <p:sp>
        <p:nvSpPr>
          <p:cNvPr id="2" name="title">
            <a:extLst xmlns:a="http://schemas.openxmlformats.org/drawingml/2006/main">
              <a:ext uri="{FF2B5EF4-FFF2-40B4-BE49-F238E27FC236}">
                <a16:creationId xmlns:a16="http://schemas.microsoft.com/office/drawing/2014/main" id="{0A0364A8-6A25-41BC-907F-05B20FF9D8C3}"/>
              </a:ext>
            </a:extLst>
          </p:cNvPr>
          <p:cNvSpPr>
            <a:spLocks xmlns:a="http://schemas.openxmlformats.org/drawingml/2006/main" noGrp="1"/>
          </p:cNvSpPr>
          <p:nvPr/>
        </p:nvSpPr>
        <p:spPr>
          <a:xfrm xmlns:a="http://schemas.openxmlformats.org/drawingml/2006/main">
            <a:off x="609600" y="1066800"/>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675" b="1">
                <a:solidFill>
                  <a:srgbClr val="25222A"/>
                </a:solidFill>
                <a:latin typeface="Be Vietnam Pro"/>
                <a:ea typeface="Be Vietnam Pro"/>
                <a:cs typeface="Be Vietnam Pro"/>
              </a:defRPr>
            </a:defPPr>
            <a:lvl1pPr>
              <a:defRPr sz="3675" b="1">
                <a:solidFill>
                  <a:srgbClr val="25222A"/>
                </a:solidFill>
                <a:latin typeface="Be Vietnam Pro"/>
                <a:ea typeface="Be Vietnam Pro"/>
                <a:cs typeface="Be Vietnam Pro"/>
              </a:defRPr>
            </a:lvl1pPr>
            <a:lvl2pPr>
              <a:defRPr sz="3675" b="1">
                <a:solidFill>
                  <a:srgbClr val="25222A"/>
                </a:solidFill>
                <a:latin typeface="Be Vietnam Pro"/>
                <a:ea typeface="Be Vietnam Pro"/>
                <a:cs typeface="Be Vietnam Pro"/>
              </a:defRPr>
            </a:lvl2pPr>
            <a:lvl3pPr>
              <a:defRPr sz="3675" b="1">
                <a:solidFill>
                  <a:srgbClr val="25222A"/>
                </a:solidFill>
                <a:latin typeface="Be Vietnam Pro"/>
                <a:ea typeface="Be Vietnam Pro"/>
                <a:cs typeface="Be Vietnam Pro"/>
              </a:defRPr>
            </a:lvl3pPr>
            <a:lvl4pPr>
              <a:defRPr sz="3675" b="1">
                <a:solidFill>
                  <a:srgbClr val="25222A"/>
                </a:solidFill>
                <a:latin typeface="Be Vietnam Pro"/>
                <a:ea typeface="Be Vietnam Pro"/>
                <a:cs typeface="Be Vietnam Pro"/>
              </a:defRPr>
            </a:lvl4pPr>
            <a:lvl5pPr>
              <a:defRPr sz="3675" b="1">
                <a:solidFill>
                  <a:srgbClr val="25222A"/>
                </a:solidFill>
                <a:latin typeface="Be Vietnam Pro"/>
                <a:ea typeface="Be Vietnam Pro"/>
                <a:cs typeface="Be Vietnam Pro"/>
              </a:defRPr>
            </a:lvl5pPr>
            <a:lvl6pPr>
              <a:defRPr sz="3675" b="1">
                <a:solidFill>
                  <a:srgbClr val="25222A"/>
                </a:solidFill>
                <a:latin typeface="Be Vietnam Pro"/>
                <a:ea typeface="Be Vietnam Pro"/>
                <a:cs typeface="Be Vietnam Pro"/>
              </a:defRPr>
            </a:lvl6pPr>
            <a:lvl7pPr>
              <a:defRPr sz="3675" b="1">
                <a:solidFill>
                  <a:srgbClr val="25222A"/>
                </a:solidFill>
                <a:latin typeface="Be Vietnam Pro"/>
                <a:ea typeface="Be Vietnam Pro"/>
                <a:cs typeface="Be Vietnam Pro"/>
              </a:defRPr>
            </a:lvl7pPr>
            <a:lvl8pPr>
              <a:defRPr sz="3675" b="1">
                <a:solidFill>
                  <a:srgbClr val="25222A"/>
                </a:solidFill>
                <a:latin typeface="Be Vietnam Pro"/>
                <a:ea typeface="Be Vietnam Pro"/>
                <a:cs typeface="Be Vietnam Pro"/>
              </a:defRPr>
            </a:lvl8pPr>
            <a:lvl9pPr>
              <a:defRPr sz="3675" b="1">
                <a:solidFill>
                  <a:srgbClr val="25222A"/>
                </a:solidFill>
                <a:latin typeface="Be Vietnam Pro"/>
                <a:ea typeface="Be Vietnam Pro"/>
                <a:cs typeface="Be Vietnam Pro"/>
              </a:defRPr>
            </a:lvl9pPr>
          </a:lstStyle>
          <a:p xmlns:a="http://schemas.openxmlformats.org/drawingml/2006/main">
            <a:pPr>
              <a:lnSpc>
                <a:spcPct val="116000"/>
              </a:lnSpc>
              <a:buNone/>
              <a:defRPr sz="3675" b="1">
                <a:solidFill>
                  <a:srgbClr val="25222A"/>
                </a:solidFill>
                <a:latin typeface="Be Vietnam Pro"/>
                <a:ea typeface="Be Vietnam Pro"/>
                <a:cs typeface="Be Vietnam Pro"/>
              </a:defRPr>
            </a:pPr>
            <a:r>
              <a:rPr sz="3675" b="1">
                <a:solidFill>
                  <a:srgbClr val="25222A"/>
                </a:solidFill>
                <a:latin typeface="Be Vietnam Pro"/>
                <a:ea typeface="Be Vietnam Pro"/>
                <a:cs typeface="Be Vietnam Pro"/>
              </a:rPr>
              <a:t>A focused workspace for notary review</a:t>
            </a:r>
          </a:p>
        </p:txBody>
      </p:sp>
      <p:sp>
        <p:nvSpPr>
          <p:cNvPr id="3" name="page">
            <a:extLst xmlns:a="http://schemas.openxmlformats.org/drawingml/2006/main">
              <a:ext uri="{FF2B5EF4-FFF2-40B4-BE49-F238E27FC236}">
                <a16:creationId xmlns:a16="http://schemas.microsoft.com/office/drawing/2014/main" id="{C26AA3CD-9208-4356-BAA0-28FA3D81EC88}"/>
              </a:ext>
            </a:extLst>
          </p:cNvPr>
          <p:cNvSpPr>
            <a:spLocks xmlns:a="http://schemas.openxmlformats.org/drawingml/2006/main" noGrp="1"/>
          </p:cNvSpPr>
          <p:nvPr/>
        </p:nvSpPr>
        <p:spPr>
          <a:xfrm xmlns:a="http://schemas.openxmlformats.org/drawingml/2006/main">
            <a:off x="11144250" y="6315075"/>
            <a:ext cx="4381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a:solidFill>
                  <a:srgbClr val="665F68"/>
                </a:solidFill>
                <a:latin typeface="Be Vietnam Pro"/>
                <a:ea typeface="Be Vietnam Pro"/>
                <a:cs typeface="Be Vietnam Pro"/>
              </a:defRPr>
            </a:defPPr>
            <a:lvl1pPr>
              <a:defRPr sz="1200">
                <a:solidFill>
                  <a:srgbClr val="665F68"/>
                </a:solidFill>
                <a:latin typeface="Be Vietnam Pro"/>
                <a:ea typeface="Be Vietnam Pro"/>
                <a:cs typeface="Be Vietnam Pro"/>
              </a:defRPr>
            </a:lvl1pPr>
            <a:lvl2pPr>
              <a:defRPr sz="1200">
                <a:solidFill>
                  <a:srgbClr val="665F68"/>
                </a:solidFill>
                <a:latin typeface="Be Vietnam Pro"/>
                <a:ea typeface="Be Vietnam Pro"/>
                <a:cs typeface="Be Vietnam Pro"/>
              </a:defRPr>
            </a:lvl2pPr>
            <a:lvl3pPr>
              <a:defRPr sz="1200">
                <a:solidFill>
                  <a:srgbClr val="665F68"/>
                </a:solidFill>
                <a:latin typeface="Be Vietnam Pro"/>
                <a:ea typeface="Be Vietnam Pro"/>
                <a:cs typeface="Be Vietnam Pro"/>
              </a:defRPr>
            </a:lvl3pPr>
            <a:lvl4pPr>
              <a:defRPr sz="1200">
                <a:solidFill>
                  <a:srgbClr val="665F68"/>
                </a:solidFill>
                <a:latin typeface="Be Vietnam Pro"/>
                <a:ea typeface="Be Vietnam Pro"/>
                <a:cs typeface="Be Vietnam Pro"/>
              </a:defRPr>
            </a:lvl4pPr>
            <a:lvl5pPr>
              <a:defRPr sz="1200">
                <a:solidFill>
                  <a:srgbClr val="665F68"/>
                </a:solidFill>
                <a:latin typeface="Be Vietnam Pro"/>
                <a:ea typeface="Be Vietnam Pro"/>
                <a:cs typeface="Be Vietnam Pro"/>
              </a:defRPr>
            </a:lvl5pPr>
            <a:lvl6pPr>
              <a:defRPr sz="1200">
                <a:solidFill>
                  <a:srgbClr val="665F68"/>
                </a:solidFill>
                <a:latin typeface="Be Vietnam Pro"/>
                <a:ea typeface="Be Vietnam Pro"/>
                <a:cs typeface="Be Vietnam Pro"/>
              </a:defRPr>
            </a:lvl6pPr>
            <a:lvl7pPr>
              <a:defRPr sz="1200">
                <a:solidFill>
                  <a:srgbClr val="665F68"/>
                </a:solidFill>
                <a:latin typeface="Be Vietnam Pro"/>
                <a:ea typeface="Be Vietnam Pro"/>
                <a:cs typeface="Be Vietnam Pro"/>
              </a:defRPr>
            </a:lvl7pPr>
            <a:lvl8pPr>
              <a:defRPr sz="1200">
                <a:solidFill>
                  <a:srgbClr val="665F68"/>
                </a:solidFill>
                <a:latin typeface="Be Vietnam Pro"/>
                <a:ea typeface="Be Vietnam Pro"/>
                <a:cs typeface="Be Vietnam Pro"/>
              </a:defRPr>
            </a:lvl8pPr>
            <a:lvl9pPr>
              <a:defRPr sz="1200">
                <a:solidFill>
                  <a:srgbClr val="665F68"/>
                </a:solidFill>
                <a:latin typeface="Be Vietnam Pro"/>
                <a:ea typeface="Be Vietnam Pro"/>
                <a:cs typeface="Be Vietnam Pro"/>
              </a:defRPr>
            </a:lvl9pPr>
          </a:lstStyle>
          <a:p xmlns:a="http://schemas.openxmlformats.org/drawingml/2006/main">
            <a:pPr>
              <a:defRPr sz="1200">
                <a:solidFill>
                  <a:srgbClr val="665F68"/>
                </a:solidFill>
                <a:latin typeface="Be Vietnam Pro"/>
                <a:ea typeface="Be Vietnam Pro"/>
                <a:cs typeface="Be Vietnam Pro"/>
              </a:defRPr>
            </a:pPr>
            <a:r>
              <a:rPr sz="1200">
                <a:solidFill>
                  <a:srgbClr val="665F68"/>
                </a:solidFill>
                <a:latin typeface="Be Vietnam Pro"/>
                <a:ea typeface="Be Vietnam Pro"/>
                <a:cs typeface="Be Vietnam Pro"/>
              </a:rPr>
              <a:t>06</a:t>
            </a:r>
          </a:p>
        </p:txBody>
      </p:sp>
      <p:pic>
        <p:nvPicPr>
          <p:cNvPr id="4" name="">
            <a:extLst xmlns:a="http://schemas.openxmlformats.org/drawingml/2006/main">
              <a:ext uri="{FF2B5EF4-FFF2-40B4-BE49-F238E27FC236}">
                <a16:creationId xmlns:a16="http://schemas.microsoft.com/office/drawing/2014/main" id="{6AA7A09B-9049-4288-9B0D-8943FA0F4E59}"/>
              </a:ext>
            </a:extLst>
          </p:cNvPr>
          <p:cNvPicPr>
            <a:picLocks xmlns:a="http://schemas.openxmlformats.org/drawingml/2006/main" noChangeAspect="1"/>
          </p:cNvPicPr>
          <p:nvPr/>
        </p:nvPicPr>
        <p:blipFill>
          <a:blip xmlns:r="http://schemas.openxmlformats.org/officeDocument/2006/relationships" xmlns:a="http://schemas.openxmlformats.org/drawingml/2006/main" r:embed="R7e421a90b4e54d2b"/>
          <a:stretch xmlns:a="http://schemas.openxmlformats.org/drawingml/2006/main"/>
        </p:blipFill>
        <p:spPr>
          <a:xfrm xmlns:a="http://schemas.openxmlformats.org/drawingml/2006/main">
            <a:off x="1423147" y="2133600"/>
            <a:ext cx="5992906" cy="3638550"/>
          </a:xfrm>
          <a:prstGeom xmlns:a="http://schemas.openxmlformats.org/drawingml/2006/main" prst="rect">
            <a:avLst/>
          </a:prstGeom>
        </p:spPr>
      </p:pic>
      <p:sp>
        <p:nvSpPr>
          <p:cNvPr id="5" name="body">
            <a:extLst xmlns:a="http://schemas.openxmlformats.org/drawingml/2006/main">
              <a:ext uri="{FF2B5EF4-FFF2-40B4-BE49-F238E27FC236}">
                <a16:creationId xmlns:a16="http://schemas.microsoft.com/office/drawing/2014/main" id="{D6FAF70D-4359-4079-93D7-2CFD196541F6}"/>
              </a:ext>
            </a:extLst>
          </p:cNvPr>
          <p:cNvSpPr>
            <a:spLocks xmlns:a="http://schemas.openxmlformats.org/drawingml/2006/main" noGrp="1"/>
          </p:cNvSpPr>
          <p:nvPr/>
        </p:nvSpPr>
        <p:spPr>
          <a:xfrm xmlns:a="http://schemas.openxmlformats.org/drawingml/2006/main">
            <a:off x="8629650" y="2381250"/>
            <a:ext cx="2952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1">
                <a:solidFill>
                  <a:srgbClr val="25222A"/>
                </a:solidFill>
                <a:latin typeface="Be Vietnam Pro"/>
                <a:ea typeface="Be Vietnam Pro"/>
                <a:cs typeface="Be Vietnam Pro"/>
              </a:defRPr>
            </a:defPPr>
            <a:lvl1pPr>
              <a:defRPr sz="2100" b="1">
                <a:solidFill>
                  <a:srgbClr val="25222A"/>
                </a:solidFill>
                <a:latin typeface="Be Vietnam Pro"/>
                <a:ea typeface="Be Vietnam Pro"/>
                <a:cs typeface="Be Vietnam Pro"/>
              </a:defRPr>
            </a:lvl1pPr>
            <a:lvl2pPr>
              <a:defRPr sz="2100" b="1">
                <a:solidFill>
                  <a:srgbClr val="25222A"/>
                </a:solidFill>
                <a:latin typeface="Be Vietnam Pro"/>
                <a:ea typeface="Be Vietnam Pro"/>
                <a:cs typeface="Be Vietnam Pro"/>
              </a:defRPr>
            </a:lvl2pPr>
            <a:lvl3pPr>
              <a:defRPr sz="2100" b="1">
                <a:solidFill>
                  <a:srgbClr val="25222A"/>
                </a:solidFill>
                <a:latin typeface="Be Vietnam Pro"/>
                <a:ea typeface="Be Vietnam Pro"/>
                <a:cs typeface="Be Vietnam Pro"/>
              </a:defRPr>
            </a:lvl3pPr>
            <a:lvl4pPr>
              <a:defRPr sz="2100" b="1">
                <a:solidFill>
                  <a:srgbClr val="25222A"/>
                </a:solidFill>
                <a:latin typeface="Be Vietnam Pro"/>
                <a:ea typeface="Be Vietnam Pro"/>
                <a:cs typeface="Be Vietnam Pro"/>
              </a:defRPr>
            </a:lvl4pPr>
            <a:lvl5pPr>
              <a:defRPr sz="2100" b="1">
                <a:solidFill>
                  <a:srgbClr val="25222A"/>
                </a:solidFill>
                <a:latin typeface="Be Vietnam Pro"/>
                <a:ea typeface="Be Vietnam Pro"/>
                <a:cs typeface="Be Vietnam Pro"/>
              </a:defRPr>
            </a:lvl5pPr>
            <a:lvl6pPr>
              <a:defRPr sz="2100" b="1">
                <a:solidFill>
                  <a:srgbClr val="25222A"/>
                </a:solidFill>
                <a:latin typeface="Be Vietnam Pro"/>
                <a:ea typeface="Be Vietnam Pro"/>
                <a:cs typeface="Be Vietnam Pro"/>
              </a:defRPr>
            </a:lvl6pPr>
            <a:lvl7pPr>
              <a:defRPr sz="2100" b="1">
                <a:solidFill>
                  <a:srgbClr val="25222A"/>
                </a:solidFill>
                <a:latin typeface="Be Vietnam Pro"/>
                <a:ea typeface="Be Vietnam Pro"/>
                <a:cs typeface="Be Vietnam Pro"/>
              </a:defRPr>
            </a:lvl7pPr>
            <a:lvl8pPr>
              <a:defRPr sz="2100" b="1">
                <a:solidFill>
                  <a:srgbClr val="25222A"/>
                </a:solidFill>
                <a:latin typeface="Be Vietnam Pro"/>
                <a:ea typeface="Be Vietnam Pro"/>
                <a:cs typeface="Be Vietnam Pro"/>
              </a:defRPr>
            </a:lvl8pPr>
            <a:lvl9pPr>
              <a:defRPr sz="2100" b="1">
                <a:solidFill>
                  <a:srgbClr val="25222A"/>
                </a:solidFill>
                <a:latin typeface="Be Vietnam Pro"/>
                <a:ea typeface="Be Vietnam Pro"/>
                <a:cs typeface="Be Vietnam Pro"/>
              </a:defRPr>
            </a:lvl9pPr>
          </a:lstStyle>
          <a:p xmlns:a="http://schemas.openxmlformats.org/drawingml/2006/main">
            <a:pPr>
              <a:lnSpc>
                <a:spcPct val="116000"/>
              </a:lnSpc>
              <a:buNone/>
              <a:defRPr sz="2100" b="1">
                <a:solidFill>
                  <a:srgbClr val="25222A"/>
                </a:solidFill>
                <a:latin typeface="Be Vietnam Pro"/>
                <a:ea typeface="Be Vietnam Pro"/>
                <a:cs typeface="Be Vietnam Pro"/>
              </a:defRPr>
            </a:pPr>
            <a:r>
              <a:rPr sz="2100" b="1">
                <a:solidFill>
                  <a:srgbClr val="25222A"/>
                </a:solidFill>
                <a:latin typeface="Be Vietnam Pro"/>
                <a:ea typeface="Be Vietnam Pro"/>
                <a:cs typeface="Be Vietnam Pro"/>
              </a:rPr>
              <a:t>Queue context</a:t>
            </a:r>
          </a:p>
          <a:p xmlns:a="http://schemas.openxmlformats.org/drawingml/2006/main">
            <a:pPr>
              <a:lnSpc>
                <a:spcPct val="116000"/>
              </a:lnSpc>
              <a:buNone/>
              <a:defRPr sz="2100" b="1">
                <a:solidFill>
                  <a:srgbClr val="25222A"/>
                </a:solidFill>
                <a:latin typeface="Be Vietnam Pro"/>
                <a:ea typeface="Be Vietnam Pro"/>
                <a:cs typeface="Be Vietnam Pro"/>
              </a:defRPr>
            </a:pPr>
            <a:r>
              <a:rPr sz="2100" b="1">
                <a:solidFill>
                  <a:srgbClr val="25222A"/>
                </a:solidFill>
                <a:latin typeface="Be Vietnam Pro"/>
                <a:ea typeface="Be Vietnam Pro"/>
                <a:cs typeface="Be Vietnam Pro"/>
              </a:rPr>
              <a:t>and document preview</a:t>
            </a:r>
          </a:p>
        </p:txBody>
      </p:sp>
      <p:sp>
        <p:nvSpPr>
          <p:cNvPr id="6" name="body">
            <a:extLst xmlns:a="http://schemas.openxmlformats.org/drawingml/2006/main">
              <a:ext uri="{FF2B5EF4-FFF2-40B4-BE49-F238E27FC236}">
                <a16:creationId xmlns:a16="http://schemas.microsoft.com/office/drawing/2014/main" id="{07BEF6C9-4E62-4E2E-811B-05A36D97DDB0}"/>
              </a:ext>
            </a:extLst>
          </p:cNvPr>
          <p:cNvSpPr>
            <a:spLocks xmlns:a="http://schemas.openxmlformats.org/drawingml/2006/main" noGrp="1"/>
          </p:cNvSpPr>
          <p:nvPr/>
        </p:nvSpPr>
        <p:spPr>
          <a:xfrm xmlns:a="http://schemas.openxmlformats.org/drawingml/2006/main">
            <a:off x="8629650" y="3476625"/>
            <a:ext cx="295275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950" b="0">
                <a:solidFill>
                  <a:srgbClr val="665F68"/>
                </a:solidFill>
                <a:latin typeface="Be Vietnam Pro"/>
                <a:ea typeface="Be Vietnam Pro"/>
                <a:cs typeface="Be Vietnam Pro"/>
              </a:defRPr>
            </a:defPPr>
            <a:lvl1pPr>
              <a:defRPr sz="1950" b="0">
                <a:solidFill>
                  <a:srgbClr val="665F68"/>
                </a:solidFill>
                <a:latin typeface="Be Vietnam Pro"/>
                <a:ea typeface="Be Vietnam Pro"/>
                <a:cs typeface="Be Vietnam Pro"/>
              </a:defRPr>
            </a:lvl1pPr>
            <a:lvl2pPr>
              <a:defRPr sz="1950" b="0">
                <a:solidFill>
                  <a:srgbClr val="665F68"/>
                </a:solidFill>
                <a:latin typeface="Be Vietnam Pro"/>
                <a:ea typeface="Be Vietnam Pro"/>
                <a:cs typeface="Be Vietnam Pro"/>
              </a:defRPr>
            </a:lvl2pPr>
            <a:lvl3pPr>
              <a:defRPr sz="1950" b="0">
                <a:solidFill>
                  <a:srgbClr val="665F68"/>
                </a:solidFill>
                <a:latin typeface="Be Vietnam Pro"/>
                <a:ea typeface="Be Vietnam Pro"/>
                <a:cs typeface="Be Vietnam Pro"/>
              </a:defRPr>
            </a:lvl3pPr>
            <a:lvl4pPr>
              <a:defRPr sz="1950" b="0">
                <a:solidFill>
                  <a:srgbClr val="665F68"/>
                </a:solidFill>
                <a:latin typeface="Be Vietnam Pro"/>
                <a:ea typeface="Be Vietnam Pro"/>
                <a:cs typeface="Be Vietnam Pro"/>
              </a:defRPr>
            </a:lvl4pPr>
            <a:lvl5pPr>
              <a:defRPr sz="1950" b="0">
                <a:solidFill>
                  <a:srgbClr val="665F68"/>
                </a:solidFill>
                <a:latin typeface="Be Vietnam Pro"/>
                <a:ea typeface="Be Vietnam Pro"/>
                <a:cs typeface="Be Vietnam Pro"/>
              </a:defRPr>
            </a:lvl5pPr>
            <a:lvl6pPr>
              <a:defRPr sz="1950" b="0">
                <a:solidFill>
                  <a:srgbClr val="665F68"/>
                </a:solidFill>
                <a:latin typeface="Be Vietnam Pro"/>
                <a:ea typeface="Be Vietnam Pro"/>
                <a:cs typeface="Be Vietnam Pro"/>
              </a:defRPr>
            </a:lvl6pPr>
            <a:lvl7pPr>
              <a:defRPr sz="1950" b="0">
                <a:solidFill>
                  <a:srgbClr val="665F68"/>
                </a:solidFill>
                <a:latin typeface="Be Vietnam Pro"/>
                <a:ea typeface="Be Vietnam Pro"/>
                <a:cs typeface="Be Vietnam Pro"/>
              </a:defRPr>
            </a:lvl7pPr>
            <a:lvl8pPr>
              <a:defRPr sz="1950" b="0">
                <a:solidFill>
                  <a:srgbClr val="665F68"/>
                </a:solidFill>
                <a:latin typeface="Be Vietnam Pro"/>
                <a:ea typeface="Be Vietnam Pro"/>
                <a:cs typeface="Be Vietnam Pro"/>
              </a:defRPr>
            </a:lvl8pPr>
            <a:lvl9pPr>
              <a:defRPr sz="1950" b="0">
                <a:solidFill>
                  <a:srgbClr val="665F68"/>
                </a:solidFill>
                <a:latin typeface="Be Vietnam Pro"/>
                <a:ea typeface="Be Vietnam Pro"/>
                <a:cs typeface="Be Vietnam Pro"/>
              </a:defRPr>
            </a:lvl9pPr>
          </a:lstStyle>
          <a:p xmlns:a="http://schemas.openxmlformats.org/drawingml/2006/main">
            <a:pPr>
              <a:lnSpc>
                <a:spcPct val="116000"/>
              </a:lnSpc>
              <a:buNone/>
              <a:defRPr sz="1950" b="0">
                <a:solidFill>
                  <a:srgbClr val="665F68"/>
                </a:solidFill>
                <a:latin typeface="Be Vietnam Pro"/>
                <a:ea typeface="Be Vietnam Pro"/>
                <a:cs typeface="Be Vietnam Pro"/>
              </a:defRPr>
            </a:pPr>
            <a:r>
              <a:rPr sz="1950" b="0">
                <a:solidFill>
                  <a:srgbClr val="665F68"/>
                </a:solidFill>
                <a:latin typeface="Be Vietnam Pro"/>
                <a:ea typeface="Be Vietnam Pro"/>
                <a:cs typeface="Be Vietnam Pro"/>
              </a:rPr>
              <a:t>Review case information alongside the submitted file.</a:t>
            </a:r>
          </a:p>
          <a:p xmlns:a="http://schemas.openxmlformats.org/drawingml/2006/main">
            <a:r>
              <a:t/>
            </a:r>
          </a:p>
          <a:p xmlns:a="http://schemas.openxmlformats.org/drawingml/2006/main">
            <a:pPr>
              <a:lnSpc>
                <a:spcPct val="116000"/>
              </a:lnSpc>
              <a:buNone/>
              <a:defRPr sz="1950" b="0">
                <a:solidFill>
                  <a:srgbClr val="665F68"/>
                </a:solidFill>
                <a:latin typeface="Be Vietnam Pro"/>
                <a:ea typeface="Be Vietnam Pro"/>
                <a:cs typeface="Be Vietnam Pro"/>
              </a:defRPr>
            </a:pPr>
            <a:r>
              <a:rPr sz="1950" b="0">
                <a:solidFill>
                  <a:srgbClr val="665F68"/>
                </a:solidFill>
                <a:latin typeface="Be Vietnam Pro"/>
                <a:ea typeface="Be Vietnam Pro"/>
                <a:cs typeface="Be Vietnam Pro"/>
              </a:rPr>
              <a:t>Keep the current state and next action visible.</a:t>
            </a:r>
          </a:p>
        </p:txBody>
      </p:sp>
      <p:sp>
        <p:nvSpPr>
          <p:cNvPr id="7" name="source-note">
            <a:extLst xmlns:a="http://schemas.openxmlformats.org/drawingml/2006/main">
              <a:ext uri="{FF2B5EF4-FFF2-40B4-BE49-F238E27FC236}">
                <a16:creationId xmlns:a16="http://schemas.microsoft.com/office/drawing/2014/main" id="{282FA67B-B7D5-45DD-AD90-9AC669789A12}"/>
              </a:ext>
            </a:extLst>
          </p:cNvPr>
          <p:cNvSpPr>
            <a:spLocks xmlns:a="http://schemas.openxmlformats.org/drawingml/2006/main" noGrp="1"/>
          </p:cNvSpPr>
          <p:nvPr/>
        </p:nvSpPr>
        <p:spPr>
          <a:xfrm xmlns:a="http://schemas.openxmlformats.org/drawingml/2006/main">
            <a:off x="609600" y="5905500"/>
            <a:ext cx="1057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125" b="0">
                <a:solidFill>
                  <a:srgbClr val="665F68"/>
                </a:solidFill>
                <a:latin typeface="Be Vietnam Pro"/>
                <a:ea typeface="Be Vietnam Pro"/>
                <a:cs typeface="Be Vietnam Pro"/>
              </a:defRPr>
            </a:defPPr>
            <a:lvl1pPr>
              <a:defRPr sz="1125" b="0">
                <a:solidFill>
                  <a:srgbClr val="665F68"/>
                </a:solidFill>
                <a:latin typeface="Be Vietnam Pro"/>
                <a:ea typeface="Be Vietnam Pro"/>
                <a:cs typeface="Be Vietnam Pro"/>
              </a:defRPr>
            </a:lvl1pPr>
            <a:lvl2pPr>
              <a:defRPr sz="1125" b="0">
                <a:solidFill>
                  <a:srgbClr val="665F68"/>
                </a:solidFill>
                <a:latin typeface="Be Vietnam Pro"/>
                <a:ea typeface="Be Vietnam Pro"/>
                <a:cs typeface="Be Vietnam Pro"/>
              </a:defRPr>
            </a:lvl2pPr>
            <a:lvl3pPr>
              <a:defRPr sz="1125" b="0">
                <a:solidFill>
                  <a:srgbClr val="665F68"/>
                </a:solidFill>
                <a:latin typeface="Be Vietnam Pro"/>
                <a:ea typeface="Be Vietnam Pro"/>
                <a:cs typeface="Be Vietnam Pro"/>
              </a:defRPr>
            </a:lvl3pPr>
            <a:lvl4pPr>
              <a:defRPr sz="1125" b="0">
                <a:solidFill>
                  <a:srgbClr val="665F68"/>
                </a:solidFill>
                <a:latin typeface="Be Vietnam Pro"/>
                <a:ea typeface="Be Vietnam Pro"/>
                <a:cs typeface="Be Vietnam Pro"/>
              </a:defRPr>
            </a:lvl4pPr>
            <a:lvl5pPr>
              <a:defRPr sz="1125" b="0">
                <a:solidFill>
                  <a:srgbClr val="665F68"/>
                </a:solidFill>
                <a:latin typeface="Be Vietnam Pro"/>
                <a:ea typeface="Be Vietnam Pro"/>
                <a:cs typeface="Be Vietnam Pro"/>
              </a:defRPr>
            </a:lvl5pPr>
            <a:lvl6pPr>
              <a:defRPr sz="1125" b="0">
                <a:solidFill>
                  <a:srgbClr val="665F68"/>
                </a:solidFill>
                <a:latin typeface="Be Vietnam Pro"/>
                <a:ea typeface="Be Vietnam Pro"/>
                <a:cs typeface="Be Vietnam Pro"/>
              </a:defRPr>
            </a:lvl6pPr>
            <a:lvl7pPr>
              <a:defRPr sz="1125" b="0">
                <a:solidFill>
                  <a:srgbClr val="665F68"/>
                </a:solidFill>
                <a:latin typeface="Be Vietnam Pro"/>
                <a:ea typeface="Be Vietnam Pro"/>
                <a:cs typeface="Be Vietnam Pro"/>
              </a:defRPr>
            </a:lvl7pPr>
            <a:lvl8pPr>
              <a:defRPr sz="1125" b="0">
                <a:solidFill>
                  <a:srgbClr val="665F68"/>
                </a:solidFill>
                <a:latin typeface="Be Vietnam Pro"/>
                <a:ea typeface="Be Vietnam Pro"/>
                <a:cs typeface="Be Vietnam Pro"/>
              </a:defRPr>
            </a:lvl8pPr>
            <a:lvl9pPr>
              <a:defRPr sz="1125" b="0">
                <a:solidFill>
                  <a:srgbClr val="665F68"/>
                </a:solidFill>
                <a:latin typeface="Be Vietnam Pro"/>
                <a:ea typeface="Be Vietnam Pro"/>
                <a:cs typeface="Be Vietnam Pro"/>
              </a:defRPr>
            </a:lvl9pPr>
          </a:lstStyle>
          <a:p xmlns:a="http://schemas.openxmlformats.org/drawingml/2006/main">
            <a:pPr>
              <a:lnSpc>
                <a:spcPct val="116000"/>
              </a:lnSpc>
              <a:buNone/>
              <a:defRPr sz="1125" b="0">
                <a:solidFill>
                  <a:srgbClr val="665F68"/>
                </a:solidFill>
                <a:latin typeface="Be Vietnam Pro"/>
                <a:ea typeface="Be Vietnam Pro"/>
                <a:cs typeface="Be Vietnam Pro"/>
              </a:defRPr>
            </a:pPr>
            <a:r>
              <a:rPr sz="1125" b="0">
                <a:solidFill>
                  <a:srgbClr val="665F68"/>
                </a:solidFill>
                <a:latin typeface="Be Vietnam Pro"/>
                <a:ea typeface="Be Vietnam Pro"/>
                <a:cs typeface="Be Vietnam Pro"/>
              </a:rPr>
              <a:t>Synthetic demonstration case. The sample document has no legal value.</a:t>
            </a:r>
          </a:p>
        </p:txBody>
      </p:sp>
    </p:spTree>
    <p:extLst>
      <p:ext uri="{BB962C8B-B14F-4D97-AF65-F5344CB8AC3E}">
        <p14:creationId xmlns:p14="http://schemas.microsoft.com/office/powerpoint/2010/main" val="3077326"/>
      </p:ext>
    </p:extLst>
  </p:cSld>
</p:sld>
</file>

<file path=ppt/slides/slide7.xml><?xml version="1.0" encoding="utf-8"?>
<p:sld xmlns:p="http://schemas.openxmlformats.org/presentationml/2006/main">
  <p:cSld>
    <p:bg>
      <p:bgPr>
        <a:solidFill xmlns:a="http://schemas.openxmlformats.org/drawingml/2006/main">
          <a:srgbClr val="FAF8F5"/>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80CF9A73-0EEA-4BA9-89E0-70D1368BCF98}"/>
              </a:ext>
            </a:extLst>
          </p:cNvPr>
          <p:cNvPicPr>
            <a:picLocks xmlns:a="http://schemas.openxmlformats.org/drawingml/2006/main" noChangeAspect="1"/>
          </p:cNvPicPr>
          <p:nvPr/>
        </p:nvPicPr>
        <p:blipFill>
          <a:blip xmlns:r="http://schemas.openxmlformats.org/officeDocument/2006/relationships" xmlns:a="http://schemas.openxmlformats.org/drawingml/2006/main" r:embed="R9b4fbdb1fb44434b">
            <a:extLst>
              <a:ext uri="{96DAC541-7B7A-43D3-8B79-37D633B846F1}">
                <asvg:svgBlip xmlns:asvg="http://schemas.microsoft.com/office/drawing/2016/SVG/main" r:embed="Rce378ebae1f540d6"/>
              </a:ext>
            </a:extLst>
          </a:blip>
          <a:stretch xmlns:a="http://schemas.openxmlformats.org/drawingml/2006/main"/>
        </p:blipFill>
        <p:spPr>
          <a:xfrm xmlns:a="http://schemas.openxmlformats.org/drawingml/2006/main">
            <a:off x="609600" y="323850"/>
            <a:ext cx="1495425" cy="419100"/>
          </a:xfrm>
          <a:prstGeom xmlns:a="http://schemas.openxmlformats.org/drawingml/2006/main" prst="rect">
            <a:avLst/>
          </a:prstGeom>
        </p:spPr>
      </p:pic>
      <p:sp>
        <p:nvSpPr>
          <p:cNvPr id="2" name="title">
            <a:extLst xmlns:a="http://schemas.openxmlformats.org/drawingml/2006/main">
              <a:ext uri="{FF2B5EF4-FFF2-40B4-BE49-F238E27FC236}">
                <a16:creationId xmlns:a16="http://schemas.microsoft.com/office/drawing/2014/main" id="{101FA226-1000-4772-92E7-15C361FC2DAD}"/>
              </a:ext>
            </a:extLst>
          </p:cNvPr>
          <p:cNvSpPr>
            <a:spLocks xmlns:a="http://schemas.openxmlformats.org/drawingml/2006/main" noGrp="1"/>
          </p:cNvSpPr>
          <p:nvPr/>
        </p:nvSpPr>
        <p:spPr>
          <a:xfrm xmlns:a="http://schemas.openxmlformats.org/drawingml/2006/main">
            <a:off x="609600" y="1066800"/>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675" b="1">
                <a:solidFill>
                  <a:srgbClr val="25222A"/>
                </a:solidFill>
                <a:latin typeface="Be Vietnam Pro"/>
                <a:ea typeface="Be Vietnam Pro"/>
                <a:cs typeface="Be Vietnam Pro"/>
              </a:defRPr>
            </a:defPPr>
            <a:lvl1pPr>
              <a:defRPr sz="3675" b="1">
                <a:solidFill>
                  <a:srgbClr val="25222A"/>
                </a:solidFill>
                <a:latin typeface="Be Vietnam Pro"/>
                <a:ea typeface="Be Vietnam Pro"/>
                <a:cs typeface="Be Vietnam Pro"/>
              </a:defRPr>
            </a:lvl1pPr>
            <a:lvl2pPr>
              <a:defRPr sz="3675" b="1">
                <a:solidFill>
                  <a:srgbClr val="25222A"/>
                </a:solidFill>
                <a:latin typeface="Be Vietnam Pro"/>
                <a:ea typeface="Be Vietnam Pro"/>
                <a:cs typeface="Be Vietnam Pro"/>
              </a:defRPr>
            </a:lvl2pPr>
            <a:lvl3pPr>
              <a:defRPr sz="3675" b="1">
                <a:solidFill>
                  <a:srgbClr val="25222A"/>
                </a:solidFill>
                <a:latin typeface="Be Vietnam Pro"/>
                <a:ea typeface="Be Vietnam Pro"/>
                <a:cs typeface="Be Vietnam Pro"/>
              </a:defRPr>
            </a:lvl3pPr>
            <a:lvl4pPr>
              <a:defRPr sz="3675" b="1">
                <a:solidFill>
                  <a:srgbClr val="25222A"/>
                </a:solidFill>
                <a:latin typeface="Be Vietnam Pro"/>
                <a:ea typeface="Be Vietnam Pro"/>
                <a:cs typeface="Be Vietnam Pro"/>
              </a:defRPr>
            </a:lvl4pPr>
            <a:lvl5pPr>
              <a:defRPr sz="3675" b="1">
                <a:solidFill>
                  <a:srgbClr val="25222A"/>
                </a:solidFill>
                <a:latin typeface="Be Vietnam Pro"/>
                <a:ea typeface="Be Vietnam Pro"/>
                <a:cs typeface="Be Vietnam Pro"/>
              </a:defRPr>
            </a:lvl5pPr>
            <a:lvl6pPr>
              <a:defRPr sz="3675" b="1">
                <a:solidFill>
                  <a:srgbClr val="25222A"/>
                </a:solidFill>
                <a:latin typeface="Be Vietnam Pro"/>
                <a:ea typeface="Be Vietnam Pro"/>
                <a:cs typeface="Be Vietnam Pro"/>
              </a:defRPr>
            </a:lvl6pPr>
            <a:lvl7pPr>
              <a:defRPr sz="3675" b="1">
                <a:solidFill>
                  <a:srgbClr val="25222A"/>
                </a:solidFill>
                <a:latin typeface="Be Vietnam Pro"/>
                <a:ea typeface="Be Vietnam Pro"/>
                <a:cs typeface="Be Vietnam Pro"/>
              </a:defRPr>
            </a:lvl7pPr>
            <a:lvl8pPr>
              <a:defRPr sz="3675" b="1">
                <a:solidFill>
                  <a:srgbClr val="25222A"/>
                </a:solidFill>
                <a:latin typeface="Be Vietnam Pro"/>
                <a:ea typeface="Be Vietnam Pro"/>
                <a:cs typeface="Be Vietnam Pro"/>
              </a:defRPr>
            </a:lvl8pPr>
            <a:lvl9pPr>
              <a:defRPr sz="3675" b="1">
                <a:solidFill>
                  <a:srgbClr val="25222A"/>
                </a:solidFill>
                <a:latin typeface="Be Vietnam Pro"/>
                <a:ea typeface="Be Vietnam Pro"/>
                <a:cs typeface="Be Vietnam Pro"/>
              </a:defRPr>
            </a:lvl9pPr>
          </a:lstStyle>
          <a:p xmlns:a="http://schemas.openxmlformats.org/drawingml/2006/main">
            <a:pPr>
              <a:lnSpc>
                <a:spcPct val="116000"/>
              </a:lnSpc>
              <a:buNone/>
              <a:defRPr sz="3675" b="1">
                <a:solidFill>
                  <a:srgbClr val="25222A"/>
                </a:solidFill>
                <a:latin typeface="Be Vietnam Pro"/>
                <a:ea typeface="Be Vietnam Pro"/>
                <a:cs typeface="Be Vietnam Pro"/>
              </a:defRPr>
            </a:pPr>
            <a:r>
              <a:rPr sz="3675" b="1">
                <a:solidFill>
                  <a:srgbClr val="25222A"/>
                </a:solidFill>
                <a:latin typeface="Be Vietnam Pro"/>
                <a:ea typeface="Be Vietnam Pro"/>
                <a:cs typeface="Be Vietnam Pro"/>
              </a:rPr>
              <a:t>Document verification with a record to inspect</a:t>
            </a:r>
          </a:p>
        </p:txBody>
      </p:sp>
      <p:sp>
        <p:nvSpPr>
          <p:cNvPr id="3" name="page">
            <a:extLst xmlns:a="http://schemas.openxmlformats.org/drawingml/2006/main">
              <a:ext uri="{FF2B5EF4-FFF2-40B4-BE49-F238E27FC236}">
                <a16:creationId xmlns:a16="http://schemas.microsoft.com/office/drawing/2014/main" id="{FAC532EC-EBAD-437E-BCB3-212D5F373DA5}"/>
              </a:ext>
            </a:extLst>
          </p:cNvPr>
          <p:cNvSpPr>
            <a:spLocks xmlns:a="http://schemas.openxmlformats.org/drawingml/2006/main" noGrp="1"/>
          </p:cNvSpPr>
          <p:nvPr/>
        </p:nvSpPr>
        <p:spPr>
          <a:xfrm xmlns:a="http://schemas.openxmlformats.org/drawingml/2006/main">
            <a:off x="11144250" y="6315075"/>
            <a:ext cx="4381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a:solidFill>
                  <a:srgbClr val="665F68"/>
                </a:solidFill>
                <a:latin typeface="Be Vietnam Pro"/>
                <a:ea typeface="Be Vietnam Pro"/>
                <a:cs typeface="Be Vietnam Pro"/>
              </a:defRPr>
            </a:defPPr>
            <a:lvl1pPr>
              <a:defRPr sz="1200">
                <a:solidFill>
                  <a:srgbClr val="665F68"/>
                </a:solidFill>
                <a:latin typeface="Be Vietnam Pro"/>
                <a:ea typeface="Be Vietnam Pro"/>
                <a:cs typeface="Be Vietnam Pro"/>
              </a:defRPr>
            </a:lvl1pPr>
            <a:lvl2pPr>
              <a:defRPr sz="1200">
                <a:solidFill>
                  <a:srgbClr val="665F68"/>
                </a:solidFill>
                <a:latin typeface="Be Vietnam Pro"/>
                <a:ea typeface="Be Vietnam Pro"/>
                <a:cs typeface="Be Vietnam Pro"/>
              </a:defRPr>
            </a:lvl2pPr>
            <a:lvl3pPr>
              <a:defRPr sz="1200">
                <a:solidFill>
                  <a:srgbClr val="665F68"/>
                </a:solidFill>
                <a:latin typeface="Be Vietnam Pro"/>
                <a:ea typeface="Be Vietnam Pro"/>
                <a:cs typeface="Be Vietnam Pro"/>
              </a:defRPr>
            </a:lvl3pPr>
            <a:lvl4pPr>
              <a:defRPr sz="1200">
                <a:solidFill>
                  <a:srgbClr val="665F68"/>
                </a:solidFill>
                <a:latin typeface="Be Vietnam Pro"/>
                <a:ea typeface="Be Vietnam Pro"/>
                <a:cs typeface="Be Vietnam Pro"/>
              </a:defRPr>
            </a:lvl4pPr>
            <a:lvl5pPr>
              <a:defRPr sz="1200">
                <a:solidFill>
                  <a:srgbClr val="665F68"/>
                </a:solidFill>
                <a:latin typeface="Be Vietnam Pro"/>
                <a:ea typeface="Be Vietnam Pro"/>
                <a:cs typeface="Be Vietnam Pro"/>
              </a:defRPr>
            </a:lvl5pPr>
            <a:lvl6pPr>
              <a:defRPr sz="1200">
                <a:solidFill>
                  <a:srgbClr val="665F68"/>
                </a:solidFill>
                <a:latin typeface="Be Vietnam Pro"/>
                <a:ea typeface="Be Vietnam Pro"/>
                <a:cs typeface="Be Vietnam Pro"/>
              </a:defRPr>
            </a:lvl6pPr>
            <a:lvl7pPr>
              <a:defRPr sz="1200">
                <a:solidFill>
                  <a:srgbClr val="665F68"/>
                </a:solidFill>
                <a:latin typeface="Be Vietnam Pro"/>
                <a:ea typeface="Be Vietnam Pro"/>
                <a:cs typeface="Be Vietnam Pro"/>
              </a:defRPr>
            </a:lvl7pPr>
            <a:lvl8pPr>
              <a:defRPr sz="1200">
                <a:solidFill>
                  <a:srgbClr val="665F68"/>
                </a:solidFill>
                <a:latin typeface="Be Vietnam Pro"/>
                <a:ea typeface="Be Vietnam Pro"/>
                <a:cs typeface="Be Vietnam Pro"/>
              </a:defRPr>
            </a:lvl8pPr>
            <a:lvl9pPr>
              <a:defRPr sz="1200">
                <a:solidFill>
                  <a:srgbClr val="665F68"/>
                </a:solidFill>
                <a:latin typeface="Be Vietnam Pro"/>
                <a:ea typeface="Be Vietnam Pro"/>
                <a:cs typeface="Be Vietnam Pro"/>
              </a:defRPr>
            </a:lvl9pPr>
          </a:lstStyle>
          <a:p xmlns:a="http://schemas.openxmlformats.org/drawingml/2006/main">
            <a:pPr>
              <a:defRPr sz="1200">
                <a:solidFill>
                  <a:srgbClr val="665F68"/>
                </a:solidFill>
                <a:latin typeface="Be Vietnam Pro"/>
                <a:ea typeface="Be Vietnam Pro"/>
                <a:cs typeface="Be Vietnam Pro"/>
              </a:defRPr>
            </a:pPr>
            <a:r>
              <a:rPr sz="1200">
                <a:solidFill>
                  <a:srgbClr val="665F68"/>
                </a:solidFill>
                <a:latin typeface="Be Vietnam Pro"/>
                <a:ea typeface="Be Vietnam Pro"/>
                <a:cs typeface="Be Vietnam Pro"/>
              </a:rPr>
              <a:t>07</a:t>
            </a:r>
          </a:p>
        </p:txBody>
      </p:sp>
      <p:sp>
        <p:nvSpPr>
          <p:cNvPr id="4" name="body">
            <a:extLst xmlns:a="http://schemas.openxmlformats.org/drawingml/2006/main">
              <a:ext uri="{FF2B5EF4-FFF2-40B4-BE49-F238E27FC236}">
                <a16:creationId xmlns:a16="http://schemas.microsoft.com/office/drawing/2014/main" id="{C6737D77-E8A5-4EC4-959E-AF8293557C37}"/>
              </a:ext>
            </a:extLst>
          </p:cNvPr>
          <p:cNvSpPr>
            <a:spLocks xmlns:a="http://schemas.openxmlformats.org/drawingml/2006/main" noGrp="1"/>
          </p:cNvSpPr>
          <p:nvPr/>
        </p:nvSpPr>
        <p:spPr>
          <a:xfrm xmlns:a="http://schemas.openxmlformats.org/drawingml/2006/main">
            <a:off x="609600" y="2286000"/>
            <a:ext cx="3905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1">
                <a:solidFill>
                  <a:srgbClr val="25222A"/>
                </a:solidFill>
                <a:latin typeface="Be Vietnam Pro"/>
                <a:ea typeface="Be Vietnam Pro"/>
                <a:cs typeface="Be Vietnam Pro"/>
              </a:defRPr>
            </a:defPPr>
            <a:lvl1pPr>
              <a:defRPr sz="2175" b="1">
                <a:solidFill>
                  <a:srgbClr val="25222A"/>
                </a:solidFill>
                <a:latin typeface="Be Vietnam Pro"/>
                <a:ea typeface="Be Vietnam Pro"/>
                <a:cs typeface="Be Vietnam Pro"/>
              </a:defRPr>
            </a:lvl1pPr>
            <a:lvl2pPr>
              <a:defRPr sz="2175" b="1">
                <a:solidFill>
                  <a:srgbClr val="25222A"/>
                </a:solidFill>
                <a:latin typeface="Be Vietnam Pro"/>
                <a:ea typeface="Be Vietnam Pro"/>
                <a:cs typeface="Be Vietnam Pro"/>
              </a:defRPr>
            </a:lvl2pPr>
            <a:lvl3pPr>
              <a:defRPr sz="2175" b="1">
                <a:solidFill>
                  <a:srgbClr val="25222A"/>
                </a:solidFill>
                <a:latin typeface="Be Vietnam Pro"/>
                <a:ea typeface="Be Vietnam Pro"/>
                <a:cs typeface="Be Vietnam Pro"/>
              </a:defRPr>
            </a:lvl3pPr>
            <a:lvl4pPr>
              <a:defRPr sz="2175" b="1">
                <a:solidFill>
                  <a:srgbClr val="25222A"/>
                </a:solidFill>
                <a:latin typeface="Be Vietnam Pro"/>
                <a:ea typeface="Be Vietnam Pro"/>
                <a:cs typeface="Be Vietnam Pro"/>
              </a:defRPr>
            </a:lvl4pPr>
            <a:lvl5pPr>
              <a:defRPr sz="2175" b="1">
                <a:solidFill>
                  <a:srgbClr val="25222A"/>
                </a:solidFill>
                <a:latin typeface="Be Vietnam Pro"/>
                <a:ea typeface="Be Vietnam Pro"/>
                <a:cs typeface="Be Vietnam Pro"/>
              </a:defRPr>
            </a:lvl5pPr>
            <a:lvl6pPr>
              <a:defRPr sz="2175" b="1">
                <a:solidFill>
                  <a:srgbClr val="25222A"/>
                </a:solidFill>
                <a:latin typeface="Be Vietnam Pro"/>
                <a:ea typeface="Be Vietnam Pro"/>
                <a:cs typeface="Be Vietnam Pro"/>
              </a:defRPr>
            </a:lvl6pPr>
            <a:lvl7pPr>
              <a:defRPr sz="2175" b="1">
                <a:solidFill>
                  <a:srgbClr val="25222A"/>
                </a:solidFill>
                <a:latin typeface="Be Vietnam Pro"/>
                <a:ea typeface="Be Vietnam Pro"/>
                <a:cs typeface="Be Vietnam Pro"/>
              </a:defRPr>
            </a:lvl7pPr>
            <a:lvl8pPr>
              <a:defRPr sz="2175" b="1">
                <a:solidFill>
                  <a:srgbClr val="25222A"/>
                </a:solidFill>
                <a:latin typeface="Be Vietnam Pro"/>
                <a:ea typeface="Be Vietnam Pro"/>
                <a:cs typeface="Be Vietnam Pro"/>
              </a:defRPr>
            </a:lvl8pPr>
            <a:lvl9pPr>
              <a:defRPr sz="2175" b="1">
                <a:solidFill>
                  <a:srgbClr val="25222A"/>
                </a:solidFill>
                <a:latin typeface="Be Vietnam Pro"/>
                <a:ea typeface="Be Vietnam Pro"/>
                <a:cs typeface="Be Vietnam Pro"/>
              </a:defRPr>
            </a:lvl9pPr>
          </a:lstStyle>
          <a:p xmlns:a="http://schemas.openxmlformats.org/drawingml/2006/main">
            <a:pPr>
              <a:lnSpc>
                <a:spcPct val="116000"/>
              </a:lnSpc>
              <a:buNone/>
              <a:defRPr sz="2175" b="1">
                <a:solidFill>
                  <a:srgbClr val="25222A"/>
                </a:solidFill>
                <a:latin typeface="Be Vietnam Pro"/>
                <a:ea typeface="Be Vietnam Pro"/>
                <a:cs typeface="Be Vietnam Pro"/>
              </a:defRPr>
            </a:pPr>
            <a:r>
              <a:rPr sz="2175" b="1">
                <a:solidFill>
                  <a:srgbClr val="25222A"/>
                </a:solidFill>
                <a:latin typeface="Be Vietnam Pro"/>
                <a:ea typeface="Be Vietnam Pro"/>
                <a:cs typeface="Be Vietnam Pro"/>
              </a:rPr>
              <a:t>Document file</a:t>
            </a:r>
          </a:p>
        </p:txBody>
      </p:sp>
      <p:sp>
        <p:nvSpPr>
          <p:cNvPr id="5" name="body">
            <a:extLst xmlns:a="http://schemas.openxmlformats.org/drawingml/2006/main">
              <a:ext uri="{FF2B5EF4-FFF2-40B4-BE49-F238E27FC236}">
                <a16:creationId xmlns:a16="http://schemas.microsoft.com/office/drawing/2014/main" id="{5B01CBF8-A698-4209-8149-3113DCB34F3E}"/>
              </a:ext>
            </a:extLst>
          </p:cNvPr>
          <p:cNvSpPr>
            <a:spLocks xmlns:a="http://schemas.openxmlformats.org/drawingml/2006/main" noGrp="1"/>
          </p:cNvSpPr>
          <p:nvPr/>
        </p:nvSpPr>
        <p:spPr>
          <a:xfrm xmlns:a="http://schemas.openxmlformats.org/drawingml/2006/main">
            <a:off x="609600" y="2914650"/>
            <a:ext cx="39528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0">
                <a:solidFill>
                  <a:srgbClr val="665F68"/>
                </a:solidFill>
                <a:latin typeface="Be Vietnam Pro"/>
                <a:ea typeface="Be Vietnam Pro"/>
                <a:cs typeface="Be Vietnam Pro"/>
              </a:defRPr>
            </a:defPPr>
            <a:lvl1pPr>
              <a:defRPr sz="2025" b="0">
                <a:solidFill>
                  <a:srgbClr val="665F68"/>
                </a:solidFill>
                <a:latin typeface="Be Vietnam Pro"/>
                <a:ea typeface="Be Vietnam Pro"/>
                <a:cs typeface="Be Vietnam Pro"/>
              </a:defRPr>
            </a:lvl1pPr>
            <a:lvl2pPr>
              <a:defRPr sz="2025" b="0">
                <a:solidFill>
                  <a:srgbClr val="665F68"/>
                </a:solidFill>
                <a:latin typeface="Be Vietnam Pro"/>
                <a:ea typeface="Be Vietnam Pro"/>
                <a:cs typeface="Be Vietnam Pro"/>
              </a:defRPr>
            </a:lvl2pPr>
            <a:lvl3pPr>
              <a:defRPr sz="2025" b="0">
                <a:solidFill>
                  <a:srgbClr val="665F68"/>
                </a:solidFill>
                <a:latin typeface="Be Vietnam Pro"/>
                <a:ea typeface="Be Vietnam Pro"/>
                <a:cs typeface="Be Vietnam Pro"/>
              </a:defRPr>
            </a:lvl3pPr>
            <a:lvl4pPr>
              <a:defRPr sz="2025" b="0">
                <a:solidFill>
                  <a:srgbClr val="665F68"/>
                </a:solidFill>
                <a:latin typeface="Be Vietnam Pro"/>
                <a:ea typeface="Be Vietnam Pro"/>
                <a:cs typeface="Be Vietnam Pro"/>
              </a:defRPr>
            </a:lvl4pPr>
            <a:lvl5pPr>
              <a:defRPr sz="2025" b="0">
                <a:solidFill>
                  <a:srgbClr val="665F68"/>
                </a:solidFill>
                <a:latin typeface="Be Vietnam Pro"/>
                <a:ea typeface="Be Vietnam Pro"/>
                <a:cs typeface="Be Vietnam Pro"/>
              </a:defRPr>
            </a:lvl5pPr>
            <a:lvl6pPr>
              <a:defRPr sz="2025" b="0">
                <a:solidFill>
                  <a:srgbClr val="665F68"/>
                </a:solidFill>
                <a:latin typeface="Be Vietnam Pro"/>
                <a:ea typeface="Be Vietnam Pro"/>
                <a:cs typeface="Be Vietnam Pro"/>
              </a:defRPr>
            </a:lvl6pPr>
            <a:lvl7pPr>
              <a:defRPr sz="2025" b="0">
                <a:solidFill>
                  <a:srgbClr val="665F68"/>
                </a:solidFill>
                <a:latin typeface="Be Vietnam Pro"/>
                <a:ea typeface="Be Vietnam Pro"/>
                <a:cs typeface="Be Vietnam Pro"/>
              </a:defRPr>
            </a:lvl7pPr>
            <a:lvl8pPr>
              <a:defRPr sz="2025" b="0">
                <a:solidFill>
                  <a:srgbClr val="665F68"/>
                </a:solidFill>
                <a:latin typeface="Be Vietnam Pro"/>
                <a:ea typeface="Be Vietnam Pro"/>
                <a:cs typeface="Be Vietnam Pro"/>
              </a:defRPr>
            </a:lvl8pPr>
            <a:lvl9pPr>
              <a:defRPr sz="2025" b="0">
                <a:solidFill>
                  <a:srgbClr val="665F68"/>
                </a:solidFill>
                <a:latin typeface="Be Vietnam Pro"/>
                <a:ea typeface="Be Vietnam Pro"/>
                <a:cs typeface="Be Vietnam Pro"/>
              </a:defRPr>
            </a:lvl9pPr>
          </a:lstStyle>
          <a:p xmlns:a="http://schemas.openxmlformats.org/drawingml/2006/main">
            <a:pPr>
              <a:lnSpc>
                <a:spcPct val="116000"/>
              </a:lnSpc>
              <a:buNone/>
              <a:defRPr sz="2025" b="0">
                <a:solidFill>
                  <a:srgbClr val="665F68"/>
                </a:solidFill>
                <a:latin typeface="Be Vietnam Pro"/>
                <a:ea typeface="Be Vietnam Pro"/>
                <a:cs typeface="Be Vietnam Pro"/>
              </a:defRPr>
            </a:pPr>
            <a:r>
              <a:rPr sz="2025" b="0">
                <a:solidFill>
                  <a:srgbClr val="665F68"/>
                </a:solidFill>
                <a:latin typeface="Be Vietnam Pro"/>
                <a:ea typeface="Be Vietnam Pro"/>
                <a:cs typeface="Be Vietnam Pro"/>
              </a:rPr>
              <a:t>Supabase Storage in the demo.</a:t>
            </a:r>
          </a:p>
          <a:p xmlns:a="http://schemas.openxmlformats.org/drawingml/2006/main">
            <a:pPr>
              <a:lnSpc>
                <a:spcPct val="116000"/>
              </a:lnSpc>
              <a:buNone/>
              <a:defRPr sz="2025" b="0">
                <a:solidFill>
                  <a:srgbClr val="665F68"/>
                </a:solidFill>
                <a:latin typeface="Be Vietnam Pro"/>
                <a:ea typeface="Be Vietnam Pro"/>
                <a:cs typeface="Be Vietnam Pro"/>
              </a:defRPr>
            </a:pPr>
            <a:r>
              <a:rPr sz="2025" b="0">
                <a:solidFill>
                  <a:srgbClr val="665F68"/>
                </a:solidFill>
                <a:latin typeface="Be Vietnam Pro"/>
                <a:ea typeface="Be Vietnam Pro"/>
                <a:cs typeface="Be Vietnam Pro"/>
              </a:rPr>
              <a:t>IPFS/Pinata support in code.</a:t>
            </a:r>
          </a:p>
        </p:txBody>
      </p:sp>
      <p:sp>
        <p:nvSpPr>
          <p:cNvPr id="6" name="body">
            <a:extLst xmlns:a="http://schemas.openxmlformats.org/drawingml/2006/main">
              <a:ext uri="{FF2B5EF4-FFF2-40B4-BE49-F238E27FC236}">
                <a16:creationId xmlns:a16="http://schemas.microsoft.com/office/drawing/2014/main" id="{F09FBD5A-FF2E-488D-A6B1-8B639E05AC95}"/>
              </a:ext>
            </a:extLst>
          </p:cNvPr>
          <p:cNvSpPr>
            <a:spLocks xmlns:a="http://schemas.openxmlformats.org/drawingml/2006/main" noGrp="1"/>
          </p:cNvSpPr>
          <p:nvPr/>
        </p:nvSpPr>
        <p:spPr>
          <a:xfrm xmlns:a="http://schemas.openxmlformats.org/drawingml/2006/main">
            <a:off x="609600" y="3962400"/>
            <a:ext cx="4191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1">
                <a:solidFill>
                  <a:srgbClr val="25222A"/>
                </a:solidFill>
                <a:latin typeface="Be Vietnam Pro"/>
                <a:ea typeface="Be Vietnam Pro"/>
                <a:cs typeface="Be Vietnam Pro"/>
              </a:defRPr>
            </a:defPPr>
            <a:lvl1pPr>
              <a:defRPr sz="2175" b="1">
                <a:solidFill>
                  <a:srgbClr val="25222A"/>
                </a:solidFill>
                <a:latin typeface="Be Vietnam Pro"/>
                <a:ea typeface="Be Vietnam Pro"/>
                <a:cs typeface="Be Vietnam Pro"/>
              </a:defRPr>
            </a:lvl1pPr>
            <a:lvl2pPr>
              <a:defRPr sz="2175" b="1">
                <a:solidFill>
                  <a:srgbClr val="25222A"/>
                </a:solidFill>
                <a:latin typeface="Be Vietnam Pro"/>
                <a:ea typeface="Be Vietnam Pro"/>
                <a:cs typeface="Be Vietnam Pro"/>
              </a:defRPr>
            </a:lvl2pPr>
            <a:lvl3pPr>
              <a:defRPr sz="2175" b="1">
                <a:solidFill>
                  <a:srgbClr val="25222A"/>
                </a:solidFill>
                <a:latin typeface="Be Vietnam Pro"/>
                <a:ea typeface="Be Vietnam Pro"/>
                <a:cs typeface="Be Vietnam Pro"/>
              </a:defRPr>
            </a:lvl3pPr>
            <a:lvl4pPr>
              <a:defRPr sz="2175" b="1">
                <a:solidFill>
                  <a:srgbClr val="25222A"/>
                </a:solidFill>
                <a:latin typeface="Be Vietnam Pro"/>
                <a:ea typeface="Be Vietnam Pro"/>
                <a:cs typeface="Be Vietnam Pro"/>
              </a:defRPr>
            </a:lvl4pPr>
            <a:lvl5pPr>
              <a:defRPr sz="2175" b="1">
                <a:solidFill>
                  <a:srgbClr val="25222A"/>
                </a:solidFill>
                <a:latin typeface="Be Vietnam Pro"/>
                <a:ea typeface="Be Vietnam Pro"/>
                <a:cs typeface="Be Vietnam Pro"/>
              </a:defRPr>
            </a:lvl5pPr>
            <a:lvl6pPr>
              <a:defRPr sz="2175" b="1">
                <a:solidFill>
                  <a:srgbClr val="25222A"/>
                </a:solidFill>
                <a:latin typeface="Be Vietnam Pro"/>
                <a:ea typeface="Be Vietnam Pro"/>
                <a:cs typeface="Be Vietnam Pro"/>
              </a:defRPr>
            </a:lvl6pPr>
            <a:lvl7pPr>
              <a:defRPr sz="2175" b="1">
                <a:solidFill>
                  <a:srgbClr val="25222A"/>
                </a:solidFill>
                <a:latin typeface="Be Vietnam Pro"/>
                <a:ea typeface="Be Vietnam Pro"/>
                <a:cs typeface="Be Vietnam Pro"/>
              </a:defRPr>
            </a:lvl7pPr>
            <a:lvl8pPr>
              <a:defRPr sz="2175" b="1">
                <a:solidFill>
                  <a:srgbClr val="25222A"/>
                </a:solidFill>
                <a:latin typeface="Be Vietnam Pro"/>
                <a:ea typeface="Be Vietnam Pro"/>
                <a:cs typeface="Be Vietnam Pro"/>
              </a:defRPr>
            </a:lvl8pPr>
            <a:lvl9pPr>
              <a:defRPr sz="2175" b="1">
                <a:solidFill>
                  <a:srgbClr val="25222A"/>
                </a:solidFill>
                <a:latin typeface="Be Vietnam Pro"/>
                <a:ea typeface="Be Vietnam Pro"/>
                <a:cs typeface="Be Vietnam Pro"/>
              </a:defRPr>
            </a:lvl9pPr>
          </a:lstStyle>
          <a:p xmlns:a="http://schemas.openxmlformats.org/drawingml/2006/main">
            <a:pPr>
              <a:lnSpc>
                <a:spcPct val="116000"/>
              </a:lnSpc>
              <a:buNone/>
              <a:defRPr sz="2175" b="1">
                <a:solidFill>
                  <a:srgbClr val="25222A"/>
                </a:solidFill>
                <a:latin typeface="Be Vietnam Pro"/>
                <a:ea typeface="Be Vietnam Pro"/>
                <a:cs typeface="Be Vietnam Pro"/>
              </a:defRPr>
            </a:pPr>
            <a:r>
              <a:rPr sz="2175" b="1">
                <a:solidFill>
                  <a:srgbClr val="25222A"/>
                </a:solidFill>
                <a:latin typeface="Be Vietnam Pro"/>
                <a:ea typeface="Be Vietnam Pro"/>
                <a:cs typeface="Be Vietnam Pro"/>
              </a:rPr>
              <a:t>Certificate reference</a:t>
            </a:r>
          </a:p>
        </p:txBody>
      </p:sp>
      <p:sp>
        <p:nvSpPr>
          <p:cNvPr id="7" name="body">
            <a:extLst xmlns:a="http://schemas.openxmlformats.org/drawingml/2006/main">
              <a:ext uri="{FF2B5EF4-FFF2-40B4-BE49-F238E27FC236}">
                <a16:creationId xmlns:a16="http://schemas.microsoft.com/office/drawing/2014/main" id="{5C936461-38DB-4C42-B012-5293984B2EA1}"/>
              </a:ext>
            </a:extLst>
          </p:cNvPr>
          <p:cNvSpPr>
            <a:spLocks xmlns:a="http://schemas.openxmlformats.org/drawingml/2006/main" noGrp="1"/>
          </p:cNvSpPr>
          <p:nvPr/>
        </p:nvSpPr>
        <p:spPr>
          <a:xfrm xmlns:a="http://schemas.openxmlformats.org/drawingml/2006/main">
            <a:off x="609600" y="4610100"/>
            <a:ext cx="4095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0">
                <a:solidFill>
                  <a:srgbClr val="665F68"/>
                </a:solidFill>
                <a:latin typeface="Be Vietnam Pro"/>
                <a:ea typeface="Be Vietnam Pro"/>
                <a:cs typeface="Be Vietnam Pro"/>
              </a:defRPr>
            </a:defPPr>
            <a:lvl1pPr>
              <a:defRPr sz="2025" b="0">
                <a:solidFill>
                  <a:srgbClr val="665F68"/>
                </a:solidFill>
                <a:latin typeface="Be Vietnam Pro"/>
                <a:ea typeface="Be Vietnam Pro"/>
                <a:cs typeface="Be Vietnam Pro"/>
              </a:defRPr>
            </a:lvl1pPr>
            <a:lvl2pPr>
              <a:defRPr sz="2025" b="0">
                <a:solidFill>
                  <a:srgbClr val="665F68"/>
                </a:solidFill>
                <a:latin typeface="Be Vietnam Pro"/>
                <a:ea typeface="Be Vietnam Pro"/>
                <a:cs typeface="Be Vietnam Pro"/>
              </a:defRPr>
            </a:lvl2pPr>
            <a:lvl3pPr>
              <a:defRPr sz="2025" b="0">
                <a:solidFill>
                  <a:srgbClr val="665F68"/>
                </a:solidFill>
                <a:latin typeface="Be Vietnam Pro"/>
                <a:ea typeface="Be Vietnam Pro"/>
                <a:cs typeface="Be Vietnam Pro"/>
              </a:defRPr>
            </a:lvl3pPr>
            <a:lvl4pPr>
              <a:defRPr sz="2025" b="0">
                <a:solidFill>
                  <a:srgbClr val="665F68"/>
                </a:solidFill>
                <a:latin typeface="Be Vietnam Pro"/>
                <a:ea typeface="Be Vietnam Pro"/>
                <a:cs typeface="Be Vietnam Pro"/>
              </a:defRPr>
            </a:lvl4pPr>
            <a:lvl5pPr>
              <a:defRPr sz="2025" b="0">
                <a:solidFill>
                  <a:srgbClr val="665F68"/>
                </a:solidFill>
                <a:latin typeface="Be Vietnam Pro"/>
                <a:ea typeface="Be Vietnam Pro"/>
                <a:cs typeface="Be Vietnam Pro"/>
              </a:defRPr>
            </a:lvl5pPr>
            <a:lvl6pPr>
              <a:defRPr sz="2025" b="0">
                <a:solidFill>
                  <a:srgbClr val="665F68"/>
                </a:solidFill>
                <a:latin typeface="Be Vietnam Pro"/>
                <a:ea typeface="Be Vietnam Pro"/>
                <a:cs typeface="Be Vietnam Pro"/>
              </a:defRPr>
            </a:lvl6pPr>
            <a:lvl7pPr>
              <a:defRPr sz="2025" b="0">
                <a:solidFill>
                  <a:srgbClr val="665F68"/>
                </a:solidFill>
                <a:latin typeface="Be Vietnam Pro"/>
                <a:ea typeface="Be Vietnam Pro"/>
                <a:cs typeface="Be Vietnam Pro"/>
              </a:defRPr>
            </a:lvl7pPr>
            <a:lvl8pPr>
              <a:defRPr sz="2025" b="0">
                <a:solidFill>
                  <a:srgbClr val="665F68"/>
                </a:solidFill>
                <a:latin typeface="Be Vietnam Pro"/>
                <a:ea typeface="Be Vietnam Pro"/>
                <a:cs typeface="Be Vietnam Pro"/>
              </a:defRPr>
            </a:lvl8pPr>
            <a:lvl9pPr>
              <a:defRPr sz="2025" b="0">
                <a:solidFill>
                  <a:srgbClr val="665F68"/>
                </a:solidFill>
                <a:latin typeface="Be Vietnam Pro"/>
                <a:ea typeface="Be Vietnam Pro"/>
                <a:cs typeface="Be Vietnam Pro"/>
              </a:defRPr>
            </a:lvl9pPr>
          </a:lstStyle>
          <a:p xmlns:a="http://schemas.openxmlformats.org/drawingml/2006/main">
            <a:pPr>
              <a:lnSpc>
                <a:spcPct val="116000"/>
              </a:lnSpc>
              <a:buNone/>
              <a:defRPr sz="2025" b="0">
                <a:solidFill>
                  <a:srgbClr val="665F68"/>
                </a:solidFill>
                <a:latin typeface="Be Vietnam Pro"/>
                <a:ea typeface="Be Vietnam Pro"/>
                <a:cs typeface="Be Vietnam Pro"/>
              </a:defRPr>
            </a:pPr>
            <a:r>
              <a:rPr sz="2025" b="0">
                <a:solidFill>
                  <a:srgbClr val="665F68"/>
                </a:solidFill>
                <a:latin typeface="Be Vietnam Pro"/>
                <a:ea typeface="Be Vietnam Pro"/>
                <a:cs typeface="Be Vietnam Pro"/>
              </a:rPr>
              <a:t>NFT metadata on Solana devnet links the record to the file.</a:t>
            </a:r>
          </a:p>
        </p:txBody>
      </p:sp>
      <p:pic>
        <p:nvPicPr>
          <p:cNvPr id="8" name="">
            <a:extLst xmlns:a="http://schemas.openxmlformats.org/drawingml/2006/main">
              <a:ext uri="{FF2B5EF4-FFF2-40B4-BE49-F238E27FC236}">
                <a16:creationId xmlns:a16="http://schemas.microsoft.com/office/drawing/2014/main" id="{52B22DE7-F70F-4575-B71E-A23947492FE2}"/>
              </a:ext>
            </a:extLst>
          </p:cNvPr>
          <p:cNvPicPr>
            <a:picLocks xmlns:a="http://schemas.openxmlformats.org/drawingml/2006/main" noChangeAspect="1"/>
          </p:cNvPicPr>
          <p:nvPr/>
        </p:nvPicPr>
        <p:blipFill>
          <a:blip xmlns:r="http://schemas.openxmlformats.org/officeDocument/2006/relationships" xmlns:a="http://schemas.openxmlformats.org/drawingml/2006/main" r:embed="R0a32ae08891e4c93"/>
          <a:stretch xmlns:a="http://schemas.openxmlformats.org/drawingml/2006/main"/>
        </p:blipFill>
        <p:spPr>
          <a:xfrm xmlns:a="http://schemas.openxmlformats.org/drawingml/2006/main">
            <a:off x="6200129" y="2076450"/>
            <a:ext cx="4649492" cy="3810000"/>
          </a:xfrm>
          <a:prstGeom xmlns:a="http://schemas.openxmlformats.org/drawingml/2006/main" prst="rect">
            <a:avLst/>
          </a:prstGeom>
        </p:spPr>
      </p:pic>
      <p:sp>
        <p:nvSpPr>
          <p:cNvPr id="9" name="source-note">
            <a:extLst xmlns:a="http://schemas.openxmlformats.org/drawingml/2006/main">
              <a:ext uri="{FF2B5EF4-FFF2-40B4-BE49-F238E27FC236}">
                <a16:creationId xmlns:a16="http://schemas.microsoft.com/office/drawing/2014/main" id="{CEA4C0BD-7DA6-4F3B-8C36-11B7C7DA5FBD}"/>
              </a:ext>
            </a:extLst>
          </p:cNvPr>
          <p:cNvSpPr>
            <a:spLocks xmlns:a="http://schemas.openxmlformats.org/drawingml/2006/main" noGrp="1"/>
          </p:cNvSpPr>
          <p:nvPr/>
        </p:nvSpPr>
        <p:spPr>
          <a:xfrm xmlns:a="http://schemas.openxmlformats.org/drawingml/2006/main">
            <a:off x="609600" y="5905500"/>
            <a:ext cx="1057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125" b="0">
                <a:solidFill>
                  <a:srgbClr val="665F68"/>
                </a:solidFill>
                <a:latin typeface="Be Vietnam Pro"/>
                <a:ea typeface="Be Vietnam Pro"/>
                <a:cs typeface="Be Vietnam Pro"/>
              </a:defRPr>
            </a:defPPr>
            <a:lvl1pPr>
              <a:defRPr sz="1125" b="0">
                <a:solidFill>
                  <a:srgbClr val="665F68"/>
                </a:solidFill>
                <a:latin typeface="Be Vietnam Pro"/>
                <a:ea typeface="Be Vietnam Pro"/>
                <a:cs typeface="Be Vietnam Pro"/>
              </a:defRPr>
            </a:lvl1pPr>
            <a:lvl2pPr>
              <a:defRPr sz="1125" b="0">
                <a:solidFill>
                  <a:srgbClr val="665F68"/>
                </a:solidFill>
                <a:latin typeface="Be Vietnam Pro"/>
                <a:ea typeface="Be Vietnam Pro"/>
                <a:cs typeface="Be Vietnam Pro"/>
              </a:defRPr>
            </a:lvl2pPr>
            <a:lvl3pPr>
              <a:defRPr sz="1125" b="0">
                <a:solidFill>
                  <a:srgbClr val="665F68"/>
                </a:solidFill>
                <a:latin typeface="Be Vietnam Pro"/>
                <a:ea typeface="Be Vietnam Pro"/>
                <a:cs typeface="Be Vietnam Pro"/>
              </a:defRPr>
            </a:lvl3pPr>
            <a:lvl4pPr>
              <a:defRPr sz="1125" b="0">
                <a:solidFill>
                  <a:srgbClr val="665F68"/>
                </a:solidFill>
                <a:latin typeface="Be Vietnam Pro"/>
                <a:ea typeface="Be Vietnam Pro"/>
                <a:cs typeface="Be Vietnam Pro"/>
              </a:defRPr>
            </a:lvl4pPr>
            <a:lvl5pPr>
              <a:defRPr sz="1125" b="0">
                <a:solidFill>
                  <a:srgbClr val="665F68"/>
                </a:solidFill>
                <a:latin typeface="Be Vietnam Pro"/>
                <a:ea typeface="Be Vietnam Pro"/>
                <a:cs typeface="Be Vietnam Pro"/>
              </a:defRPr>
            </a:lvl5pPr>
            <a:lvl6pPr>
              <a:defRPr sz="1125" b="0">
                <a:solidFill>
                  <a:srgbClr val="665F68"/>
                </a:solidFill>
                <a:latin typeface="Be Vietnam Pro"/>
                <a:ea typeface="Be Vietnam Pro"/>
                <a:cs typeface="Be Vietnam Pro"/>
              </a:defRPr>
            </a:lvl6pPr>
            <a:lvl7pPr>
              <a:defRPr sz="1125" b="0">
                <a:solidFill>
                  <a:srgbClr val="665F68"/>
                </a:solidFill>
                <a:latin typeface="Be Vietnam Pro"/>
                <a:ea typeface="Be Vietnam Pro"/>
                <a:cs typeface="Be Vietnam Pro"/>
              </a:defRPr>
            </a:lvl7pPr>
            <a:lvl8pPr>
              <a:defRPr sz="1125" b="0">
                <a:solidFill>
                  <a:srgbClr val="665F68"/>
                </a:solidFill>
                <a:latin typeface="Be Vietnam Pro"/>
                <a:ea typeface="Be Vietnam Pro"/>
                <a:cs typeface="Be Vietnam Pro"/>
              </a:defRPr>
            </a:lvl8pPr>
            <a:lvl9pPr>
              <a:defRPr sz="1125" b="0">
                <a:solidFill>
                  <a:srgbClr val="665F68"/>
                </a:solidFill>
                <a:latin typeface="Be Vietnam Pro"/>
                <a:ea typeface="Be Vietnam Pro"/>
                <a:cs typeface="Be Vietnam Pro"/>
              </a:defRPr>
            </a:lvl9pPr>
          </a:lstStyle>
          <a:p xmlns:a="http://schemas.openxmlformats.org/drawingml/2006/main">
            <a:pPr>
              <a:lnSpc>
                <a:spcPct val="116000"/>
              </a:lnSpc>
              <a:buNone/>
              <a:defRPr sz="1125" b="0">
                <a:solidFill>
                  <a:srgbClr val="665F68"/>
                </a:solidFill>
                <a:latin typeface="Be Vietnam Pro"/>
                <a:ea typeface="Be Vietnam Pro"/>
                <a:cs typeface="Be Vietnam Pro"/>
              </a:defRPr>
            </a:pPr>
            <a:r>
              <a:rPr sz="1125" b="0">
                <a:solidFill>
                  <a:srgbClr val="665F68"/>
                </a:solidFill>
                <a:latin typeface="Be Vietnam Pro"/>
                <a:ea typeface="Be Vietnam Pro"/>
                <a:cs typeface="Be Vietnam Pro"/>
              </a:rPr>
              <a:t>Current integration uses a test network. A blockchain record alone does not establish legal validity.</a:t>
            </a:r>
          </a:p>
        </p:txBody>
      </p:sp>
    </p:spTree>
    <p:extLst>
      <p:ext uri="{BB962C8B-B14F-4D97-AF65-F5344CB8AC3E}">
        <p14:creationId xmlns:p14="http://schemas.microsoft.com/office/powerpoint/2010/main" val="1190115989"/>
      </p:ext>
    </p:extLst>
  </p:cSld>
</p:sld>
</file>

<file path=ppt/slides/slide8.xml><?xml version="1.0" encoding="utf-8"?>
<p:sld xmlns:p="http://schemas.openxmlformats.org/presentationml/2006/main">
  <p:cSld>
    <p:bg>
      <p:bgPr>
        <a:solidFill xmlns:a="http://schemas.openxmlformats.org/drawingml/2006/main">
          <a:srgbClr val="FAF8F5"/>
        </a:solidFill>
      </p:bgPr>
    </p:bg>
    <p:spTree>
      <p:nvGrpSpPr>
        <p:cNvPr id="1" name=""/>
        <p:cNvGrpSpPr/>
        <p:nvPr/>
      </p:nvGrpSpPr>
      <p:grpSpPr>
        <a:xfrm xmlns:a="http://schemas.openxmlformats.org/drawingml/2006/main"/>
      </p:grpSpPr>
      <p:pic>
        <p:nvPicPr>
          <p:cNvPr id="16" name="">
            <a:extLst xmlns:a="http://schemas.openxmlformats.org/drawingml/2006/main">
              <a:ext uri="{FF2B5EF4-FFF2-40B4-BE49-F238E27FC236}">
                <a16:creationId xmlns:a16="http://schemas.microsoft.com/office/drawing/2014/main" id="{C6C31FC9-9139-4093-BAE1-90B353A33C40}"/>
              </a:ext>
            </a:extLst>
          </p:cNvPr>
          <p:cNvPicPr>
            <a:picLocks xmlns:a="http://schemas.openxmlformats.org/drawingml/2006/main" noChangeAspect="1"/>
          </p:cNvPicPr>
          <p:nvPr/>
        </p:nvPicPr>
        <p:blipFill>
          <a:blip xmlns:r="http://schemas.openxmlformats.org/officeDocument/2006/relationships" xmlns:a="http://schemas.openxmlformats.org/drawingml/2006/main" r:embed="R516ea89f15e54a99">
            <a:extLst>
              <a:ext uri="{96DAC541-7B7A-43D3-8B79-37D633B846F1}">
                <asvg:svgBlip xmlns:asvg="http://schemas.microsoft.com/office/drawing/2016/SVG/main" r:embed="R92a33ab6e6a04af4"/>
              </a:ext>
            </a:extLst>
          </a:blip>
          <a:stretch xmlns:a="http://schemas.openxmlformats.org/drawingml/2006/main"/>
        </p:blipFill>
        <p:spPr>
          <a:xfrm xmlns:a="http://schemas.openxmlformats.org/drawingml/2006/main">
            <a:off x="609600" y="323850"/>
            <a:ext cx="1495425" cy="419100"/>
          </a:xfrm>
          <a:prstGeom xmlns:a="http://schemas.openxmlformats.org/drawingml/2006/main" prst="rect">
            <a:avLst/>
          </a:prstGeom>
        </p:spPr>
      </p:pic>
      <p:sp>
        <p:nvSpPr>
          <p:cNvPr id="2" name="title">
            <a:extLst xmlns:a="http://schemas.openxmlformats.org/drawingml/2006/main">
              <a:ext uri="{FF2B5EF4-FFF2-40B4-BE49-F238E27FC236}">
                <a16:creationId xmlns:a16="http://schemas.microsoft.com/office/drawing/2014/main" id="{D9792B7E-A193-4B12-9170-F58C2DF4E4CE}"/>
              </a:ext>
            </a:extLst>
          </p:cNvPr>
          <p:cNvSpPr>
            <a:spLocks xmlns:a="http://schemas.openxmlformats.org/drawingml/2006/main" noGrp="1"/>
          </p:cNvSpPr>
          <p:nvPr/>
        </p:nvSpPr>
        <p:spPr>
          <a:xfrm xmlns:a="http://schemas.openxmlformats.org/drawingml/2006/main">
            <a:off x="609600" y="1066800"/>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675" b="1">
                <a:solidFill>
                  <a:srgbClr val="25222A"/>
                </a:solidFill>
                <a:latin typeface="Be Vietnam Pro"/>
                <a:ea typeface="Be Vietnam Pro"/>
                <a:cs typeface="Be Vietnam Pro"/>
              </a:defRPr>
            </a:defPPr>
            <a:lvl1pPr>
              <a:defRPr sz="3675" b="1">
                <a:solidFill>
                  <a:srgbClr val="25222A"/>
                </a:solidFill>
                <a:latin typeface="Be Vietnam Pro"/>
                <a:ea typeface="Be Vietnam Pro"/>
                <a:cs typeface="Be Vietnam Pro"/>
              </a:defRPr>
            </a:lvl1pPr>
            <a:lvl2pPr>
              <a:defRPr sz="3675" b="1">
                <a:solidFill>
                  <a:srgbClr val="25222A"/>
                </a:solidFill>
                <a:latin typeface="Be Vietnam Pro"/>
                <a:ea typeface="Be Vietnam Pro"/>
                <a:cs typeface="Be Vietnam Pro"/>
              </a:defRPr>
            </a:lvl2pPr>
            <a:lvl3pPr>
              <a:defRPr sz="3675" b="1">
                <a:solidFill>
                  <a:srgbClr val="25222A"/>
                </a:solidFill>
                <a:latin typeface="Be Vietnam Pro"/>
                <a:ea typeface="Be Vietnam Pro"/>
                <a:cs typeface="Be Vietnam Pro"/>
              </a:defRPr>
            </a:lvl3pPr>
            <a:lvl4pPr>
              <a:defRPr sz="3675" b="1">
                <a:solidFill>
                  <a:srgbClr val="25222A"/>
                </a:solidFill>
                <a:latin typeface="Be Vietnam Pro"/>
                <a:ea typeface="Be Vietnam Pro"/>
                <a:cs typeface="Be Vietnam Pro"/>
              </a:defRPr>
            </a:lvl4pPr>
            <a:lvl5pPr>
              <a:defRPr sz="3675" b="1">
                <a:solidFill>
                  <a:srgbClr val="25222A"/>
                </a:solidFill>
                <a:latin typeface="Be Vietnam Pro"/>
                <a:ea typeface="Be Vietnam Pro"/>
                <a:cs typeface="Be Vietnam Pro"/>
              </a:defRPr>
            </a:lvl5pPr>
            <a:lvl6pPr>
              <a:defRPr sz="3675" b="1">
                <a:solidFill>
                  <a:srgbClr val="25222A"/>
                </a:solidFill>
                <a:latin typeface="Be Vietnam Pro"/>
                <a:ea typeface="Be Vietnam Pro"/>
                <a:cs typeface="Be Vietnam Pro"/>
              </a:defRPr>
            </a:lvl6pPr>
            <a:lvl7pPr>
              <a:defRPr sz="3675" b="1">
                <a:solidFill>
                  <a:srgbClr val="25222A"/>
                </a:solidFill>
                <a:latin typeface="Be Vietnam Pro"/>
                <a:ea typeface="Be Vietnam Pro"/>
                <a:cs typeface="Be Vietnam Pro"/>
              </a:defRPr>
            </a:lvl7pPr>
            <a:lvl8pPr>
              <a:defRPr sz="3675" b="1">
                <a:solidFill>
                  <a:srgbClr val="25222A"/>
                </a:solidFill>
                <a:latin typeface="Be Vietnam Pro"/>
                <a:ea typeface="Be Vietnam Pro"/>
                <a:cs typeface="Be Vietnam Pro"/>
              </a:defRPr>
            </a:lvl8pPr>
            <a:lvl9pPr>
              <a:defRPr sz="3675" b="1">
                <a:solidFill>
                  <a:srgbClr val="25222A"/>
                </a:solidFill>
                <a:latin typeface="Be Vietnam Pro"/>
                <a:ea typeface="Be Vietnam Pro"/>
                <a:cs typeface="Be Vietnam Pro"/>
              </a:defRPr>
            </a:lvl9pPr>
          </a:lstStyle>
          <a:p xmlns:a="http://schemas.openxmlformats.org/drawingml/2006/main">
            <a:pPr>
              <a:lnSpc>
                <a:spcPct val="116000"/>
              </a:lnSpc>
              <a:buNone/>
              <a:defRPr sz="3675" b="1">
                <a:solidFill>
                  <a:srgbClr val="25222A"/>
                </a:solidFill>
                <a:latin typeface="Be Vietnam Pro"/>
                <a:ea typeface="Be Vietnam Pro"/>
                <a:cs typeface="Be Vietnam Pro"/>
              </a:defRPr>
            </a:pPr>
            <a:r>
              <a:rPr sz="3675" b="1">
                <a:solidFill>
                  <a:srgbClr val="25222A"/>
                </a:solidFill>
                <a:latin typeface="Be Vietnam Pro"/>
                <a:ea typeface="Be Vietnam Pro"/>
                <a:cs typeface="Be Vietnam Pro"/>
              </a:rPr>
              <a:t>A working technical foundation</a:t>
            </a:r>
          </a:p>
        </p:txBody>
      </p:sp>
      <p:sp>
        <p:nvSpPr>
          <p:cNvPr id="3" name="page">
            <a:extLst xmlns:a="http://schemas.openxmlformats.org/drawingml/2006/main">
              <a:ext uri="{FF2B5EF4-FFF2-40B4-BE49-F238E27FC236}">
                <a16:creationId xmlns:a16="http://schemas.microsoft.com/office/drawing/2014/main" id="{6EAC37AD-552D-4F51-A779-159E13326F12}"/>
              </a:ext>
            </a:extLst>
          </p:cNvPr>
          <p:cNvSpPr>
            <a:spLocks xmlns:a="http://schemas.openxmlformats.org/drawingml/2006/main" noGrp="1"/>
          </p:cNvSpPr>
          <p:nvPr/>
        </p:nvSpPr>
        <p:spPr>
          <a:xfrm xmlns:a="http://schemas.openxmlformats.org/drawingml/2006/main">
            <a:off x="11144250" y="6315075"/>
            <a:ext cx="4381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a:solidFill>
                  <a:srgbClr val="665F68"/>
                </a:solidFill>
                <a:latin typeface="Be Vietnam Pro"/>
                <a:ea typeface="Be Vietnam Pro"/>
                <a:cs typeface="Be Vietnam Pro"/>
              </a:defRPr>
            </a:defPPr>
            <a:lvl1pPr>
              <a:defRPr sz="1200">
                <a:solidFill>
                  <a:srgbClr val="665F68"/>
                </a:solidFill>
                <a:latin typeface="Be Vietnam Pro"/>
                <a:ea typeface="Be Vietnam Pro"/>
                <a:cs typeface="Be Vietnam Pro"/>
              </a:defRPr>
            </a:lvl1pPr>
            <a:lvl2pPr>
              <a:defRPr sz="1200">
                <a:solidFill>
                  <a:srgbClr val="665F68"/>
                </a:solidFill>
                <a:latin typeface="Be Vietnam Pro"/>
                <a:ea typeface="Be Vietnam Pro"/>
                <a:cs typeface="Be Vietnam Pro"/>
              </a:defRPr>
            </a:lvl2pPr>
            <a:lvl3pPr>
              <a:defRPr sz="1200">
                <a:solidFill>
                  <a:srgbClr val="665F68"/>
                </a:solidFill>
                <a:latin typeface="Be Vietnam Pro"/>
                <a:ea typeface="Be Vietnam Pro"/>
                <a:cs typeface="Be Vietnam Pro"/>
              </a:defRPr>
            </a:lvl3pPr>
            <a:lvl4pPr>
              <a:defRPr sz="1200">
                <a:solidFill>
                  <a:srgbClr val="665F68"/>
                </a:solidFill>
                <a:latin typeface="Be Vietnam Pro"/>
                <a:ea typeface="Be Vietnam Pro"/>
                <a:cs typeface="Be Vietnam Pro"/>
              </a:defRPr>
            </a:lvl4pPr>
            <a:lvl5pPr>
              <a:defRPr sz="1200">
                <a:solidFill>
                  <a:srgbClr val="665F68"/>
                </a:solidFill>
                <a:latin typeface="Be Vietnam Pro"/>
                <a:ea typeface="Be Vietnam Pro"/>
                <a:cs typeface="Be Vietnam Pro"/>
              </a:defRPr>
            </a:lvl5pPr>
            <a:lvl6pPr>
              <a:defRPr sz="1200">
                <a:solidFill>
                  <a:srgbClr val="665F68"/>
                </a:solidFill>
                <a:latin typeface="Be Vietnam Pro"/>
                <a:ea typeface="Be Vietnam Pro"/>
                <a:cs typeface="Be Vietnam Pro"/>
              </a:defRPr>
            </a:lvl6pPr>
            <a:lvl7pPr>
              <a:defRPr sz="1200">
                <a:solidFill>
                  <a:srgbClr val="665F68"/>
                </a:solidFill>
                <a:latin typeface="Be Vietnam Pro"/>
                <a:ea typeface="Be Vietnam Pro"/>
                <a:cs typeface="Be Vietnam Pro"/>
              </a:defRPr>
            </a:lvl7pPr>
            <a:lvl8pPr>
              <a:defRPr sz="1200">
                <a:solidFill>
                  <a:srgbClr val="665F68"/>
                </a:solidFill>
                <a:latin typeface="Be Vietnam Pro"/>
                <a:ea typeface="Be Vietnam Pro"/>
                <a:cs typeface="Be Vietnam Pro"/>
              </a:defRPr>
            </a:lvl8pPr>
            <a:lvl9pPr>
              <a:defRPr sz="1200">
                <a:solidFill>
                  <a:srgbClr val="665F68"/>
                </a:solidFill>
                <a:latin typeface="Be Vietnam Pro"/>
                <a:ea typeface="Be Vietnam Pro"/>
                <a:cs typeface="Be Vietnam Pro"/>
              </a:defRPr>
            </a:lvl9pPr>
          </a:lstStyle>
          <a:p xmlns:a="http://schemas.openxmlformats.org/drawingml/2006/main">
            <a:pPr>
              <a:defRPr sz="1200">
                <a:solidFill>
                  <a:srgbClr val="665F68"/>
                </a:solidFill>
                <a:latin typeface="Be Vietnam Pro"/>
                <a:ea typeface="Be Vietnam Pro"/>
                <a:cs typeface="Be Vietnam Pro"/>
              </a:defRPr>
            </a:pPr>
            <a:r>
              <a:rPr sz="1200">
                <a:solidFill>
                  <a:srgbClr val="665F68"/>
                </a:solidFill>
                <a:latin typeface="Be Vietnam Pro"/>
                <a:ea typeface="Be Vietnam Pro"/>
                <a:cs typeface="Be Vietnam Pro"/>
              </a:rPr>
              <a:t>08</a:t>
            </a:r>
          </a:p>
        </p:txBody>
      </p:sp>
      <p:sp>
        <p:nvSpPr>
          <p:cNvPr id="4" name="body">
            <a:extLst xmlns:a="http://schemas.openxmlformats.org/drawingml/2006/main">
              <a:ext uri="{FF2B5EF4-FFF2-40B4-BE49-F238E27FC236}">
                <a16:creationId xmlns:a16="http://schemas.microsoft.com/office/drawing/2014/main" id="{84211834-454C-4009-8FB5-B2A7DB144E97}"/>
              </a:ext>
            </a:extLst>
          </p:cNvPr>
          <p:cNvSpPr>
            <a:spLocks xmlns:a="http://schemas.openxmlformats.org/drawingml/2006/main" noGrp="1"/>
          </p:cNvSpPr>
          <p:nvPr/>
        </p:nvSpPr>
        <p:spPr>
          <a:xfrm xmlns:a="http://schemas.openxmlformats.org/drawingml/2006/main">
            <a:off x="609600" y="2247900"/>
            <a:ext cx="30003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1">
                <a:solidFill>
                  <a:srgbClr val="25222A"/>
                </a:solidFill>
                <a:latin typeface="Be Vietnam Pro"/>
                <a:ea typeface="Be Vietnam Pro"/>
                <a:cs typeface="Be Vietnam Pro"/>
              </a:defRPr>
            </a:defPPr>
            <a:lvl1pPr>
              <a:defRPr sz="2025" b="1">
                <a:solidFill>
                  <a:srgbClr val="25222A"/>
                </a:solidFill>
                <a:latin typeface="Be Vietnam Pro"/>
                <a:ea typeface="Be Vietnam Pro"/>
                <a:cs typeface="Be Vietnam Pro"/>
              </a:defRPr>
            </a:lvl1pPr>
            <a:lvl2pPr>
              <a:defRPr sz="2025" b="1">
                <a:solidFill>
                  <a:srgbClr val="25222A"/>
                </a:solidFill>
                <a:latin typeface="Be Vietnam Pro"/>
                <a:ea typeface="Be Vietnam Pro"/>
                <a:cs typeface="Be Vietnam Pro"/>
              </a:defRPr>
            </a:lvl2pPr>
            <a:lvl3pPr>
              <a:defRPr sz="2025" b="1">
                <a:solidFill>
                  <a:srgbClr val="25222A"/>
                </a:solidFill>
                <a:latin typeface="Be Vietnam Pro"/>
                <a:ea typeface="Be Vietnam Pro"/>
                <a:cs typeface="Be Vietnam Pro"/>
              </a:defRPr>
            </a:lvl3pPr>
            <a:lvl4pPr>
              <a:defRPr sz="2025" b="1">
                <a:solidFill>
                  <a:srgbClr val="25222A"/>
                </a:solidFill>
                <a:latin typeface="Be Vietnam Pro"/>
                <a:ea typeface="Be Vietnam Pro"/>
                <a:cs typeface="Be Vietnam Pro"/>
              </a:defRPr>
            </a:lvl4pPr>
            <a:lvl5pPr>
              <a:defRPr sz="2025" b="1">
                <a:solidFill>
                  <a:srgbClr val="25222A"/>
                </a:solidFill>
                <a:latin typeface="Be Vietnam Pro"/>
                <a:ea typeface="Be Vietnam Pro"/>
                <a:cs typeface="Be Vietnam Pro"/>
              </a:defRPr>
            </a:lvl5pPr>
            <a:lvl6pPr>
              <a:defRPr sz="2025" b="1">
                <a:solidFill>
                  <a:srgbClr val="25222A"/>
                </a:solidFill>
                <a:latin typeface="Be Vietnam Pro"/>
                <a:ea typeface="Be Vietnam Pro"/>
                <a:cs typeface="Be Vietnam Pro"/>
              </a:defRPr>
            </a:lvl6pPr>
            <a:lvl7pPr>
              <a:defRPr sz="2025" b="1">
                <a:solidFill>
                  <a:srgbClr val="25222A"/>
                </a:solidFill>
                <a:latin typeface="Be Vietnam Pro"/>
                <a:ea typeface="Be Vietnam Pro"/>
                <a:cs typeface="Be Vietnam Pro"/>
              </a:defRPr>
            </a:lvl7pPr>
            <a:lvl8pPr>
              <a:defRPr sz="2025" b="1">
                <a:solidFill>
                  <a:srgbClr val="25222A"/>
                </a:solidFill>
                <a:latin typeface="Be Vietnam Pro"/>
                <a:ea typeface="Be Vietnam Pro"/>
                <a:cs typeface="Be Vietnam Pro"/>
              </a:defRPr>
            </a:lvl8pPr>
            <a:lvl9pPr>
              <a:defRPr sz="2025" b="1">
                <a:solidFill>
                  <a:srgbClr val="25222A"/>
                </a:solidFill>
                <a:latin typeface="Be Vietnam Pro"/>
                <a:ea typeface="Be Vietnam Pro"/>
                <a:cs typeface="Be Vietnam Pro"/>
              </a:defRPr>
            </a:lvl9pPr>
          </a:lstStyle>
          <a:p xmlns:a="http://schemas.openxmlformats.org/drawingml/2006/main">
            <a:pPr>
              <a:lnSpc>
                <a:spcPct val="116000"/>
              </a:lnSpc>
              <a:buNone/>
              <a:defRPr sz="2025" b="1">
                <a:solidFill>
                  <a:srgbClr val="25222A"/>
                </a:solidFill>
                <a:latin typeface="Be Vietnam Pro"/>
                <a:ea typeface="Be Vietnam Pro"/>
                <a:cs typeface="Be Vietnam Pro"/>
              </a:defRPr>
            </a:pPr>
            <a:r>
              <a:rPr sz="2025" b="1">
                <a:solidFill>
                  <a:srgbClr val="25222A"/>
                </a:solidFill>
                <a:latin typeface="Be Vietnam Pro"/>
                <a:ea typeface="Be Vietnam Pro"/>
                <a:cs typeface="Be Vietnam Pro"/>
              </a:rPr>
              <a:t>Web application</a:t>
            </a:r>
          </a:p>
        </p:txBody>
      </p:sp>
      <p:sp>
        <p:nvSpPr>
          <p:cNvPr id="5" name="body">
            <a:extLst xmlns:a="http://schemas.openxmlformats.org/drawingml/2006/main">
              <a:ext uri="{FF2B5EF4-FFF2-40B4-BE49-F238E27FC236}">
                <a16:creationId xmlns:a16="http://schemas.microsoft.com/office/drawing/2014/main" id="{1D9F02FB-1A97-4BA2-9E0E-D3A9226F81F9}"/>
              </a:ext>
            </a:extLst>
          </p:cNvPr>
          <p:cNvSpPr>
            <a:spLocks xmlns:a="http://schemas.openxmlformats.org/drawingml/2006/main" noGrp="1"/>
          </p:cNvSpPr>
          <p:nvPr/>
        </p:nvSpPr>
        <p:spPr>
          <a:xfrm xmlns:a="http://schemas.openxmlformats.org/drawingml/2006/main">
            <a:off x="3905250" y="2247900"/>
            <a:ext cx="7620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0">
                <a:solidFill>
                  <a:srgbClr val="25222A"/>
                </a:solidFill>
                <a:latin typeface="Be Vietnam Pro"/>
                <a:ea typeface="Be Vietnam Pro"/>
                <a:cs typeface="Be Vietnam Pro"/>
              </a:defRPr>
            </a:defPPr>
            <a:lvl1pPr>
              <a:defRPr sz="2025" b="0">
                <a:solidFill>
                  <a:srgbClr val="25222A"/>
                </a:solidFill>
                <a:latin typeface="Be Vietnam Pro"/>
                <a:ea typeface="Be Vietnam Pro"/>
                <a:cs typeface="Be Vietnam Pro"/>
              </a:defRPr>
            </a:lvl1pPr>
            <a:lvl2pPr>
              <a:defRPr sz="2025" b="0">
                <a:solidFill>
                  <a:srgbClr val="25222A"/>
                </a:solidFill>
                <a:latin typeface="Be Vietnam Pro"/>
                <a:ea typeface="Be Vietnam Pro"/>
                <a:cs typeface="Be Vietnam Pro"/>
              </a:defRPr>
            </a:lvl2pPr>
            <a:lvl3pPr>
              <a:defRPr sz="2025" b="0">
                <a:solidFill>
                  <a:srgbClr val="25222A"/>
                </a:solidFill>
                <a:latin typeface="Be Vietnam Pro"/>
                <a:ea typeface="Be Vietnam Pro"/>
                <a:cs typeface="Be Vietnam Pro"/>
              </a:defRPr>
            </a:lvl3pPr>
            <a:lvl4pPr>
              <a:defRPr sz="2025" b="0">
                <a:solidFill>
                  <a:srgbClr val="25222A"/>
                </a:solidFill>
                <a:latin typeface="Be Vietnam Pro"/>
                <a:ea typeface="Be Vietnam Pro"/>
                <a:cs typeface="Be Vietnam Pro"/>
              </a:defRPr>
            </a:lvl4pPr>
            <a:lvl5pPr>
              <a:defRPr sz="2025" b="0">
                <a:solidFill>
                  <a:srgbClr val="25222A"/>
                </a:solidFill>
                <a:latin typeface="Be Vietnam Pro"/>
                <a:ea typeface="Be Vietnam Pro"/>
                <a:cs typeface="Be Vietnam Pro"/>
              </a:defRPr>
            </a:lvl5pPr>
            <a:lvl6pPr>
              <a:defRPr sz="2025" b="0">
                <a:solidFill>
                  <a:srgbClr val="25222A"/>
                </a:solidFill>
                <a:latin typeface="Be Vietnam Pro"/>
                <a:ea typeface="Be Vietnam Pro"/>
                <a:cs typeface="Be Vietnam Pro"/>
              </a:defRPr>
            </a:lvl6pPr>
            <a:lvl7pPr>
              <a:defRPr sz="2025" b="0">
                <a:solidFill>
                  <a:srgbClr val="25222A"/>
                </a:solidFill>
                <a:latin typeface="Be Vietnam Pro"/>
                <a:ea typeface="Be Vietnam Pro"/>
                <a:cs typeface="Be Vietnam Pro"/>
              </a:defRPr>
            </a:lvl7pPr>
            <a:lvl8pPr>
              <a:defRPr sz="2025" b="0">
                <a:solidFill>
                  <a:srgbClr val="25222A"/>
                </a:solidFill>
                <a:latin typeface="Be Vietnam Pro"/>
                <a:ea typeface="Be Vietnam Pro"/>
                <a:cs typeface="Be Vietnam Pro"/>
              </a:defRPr>
            </a:lvl8pPr>
            <a:lvl9pPr>
              <a:defRPr sz="2025" b="0">
                <a:solidFill>
                  <a:srgbClr val="25222A"/>
                </a:solidFill>
                <a:latin typeface="Be Vietnam Pro"/>
                <a:ea typeface="Be Vietnam Pro"/>
                <a:cs typeface="Be Vietnam Pro"/>
              </a:defRPr>
            </a:lvl9pPr>
          </a:lstStyle>
          <a:p xmlns:a="http://schemas.openxmlformats.org/drawingml/2006/main">
            <a:pPr>
              <a:lnSpc>
                <a:spcPct val="116000"/>
              </a:lnSpc>
              <a:buNone/>
              <a:defRPr sz="2025" b="0">
                <a:solidFill>
                  <a:srgbClr val="25222A"/>
                </a:solidFill>
                <a:latin typeface="Be Vietnam Pro"/>
                <a:ea typeface="Be Vietnam Pro"/>
                <a:cs typeface="Be Vietnam Pro"/>
              </a:defRPr>
            </a:pPr>
            <a:r>
              <a:rPr sz="2025" b="0">
                <a:solidFill>
                  <a:srgbClr val="25222A"/>
                </a:solidFill>
                <a:latin typeface="Be Vietnam Pro"/>
                <a:ea typeface="Be Vietnam Pro"/>
                <a:cs typeface="Be Vietnam Pro"/>
              </a:rPr>
              <a:t>React 18, Redux Toolkit and Material UI</a:t>
            </a:r>
          </a:p>
        </p:txBody>
      </p:sp>
      <p:sp>
        <p:nvSpPr>
          <p:cNvPr id="6" name="body">
            <a:extLst xmlns:a="http://schemas.openxmlformats.org/drawingml/2006/main">
              <a:ext uri="{FF2B5EF4-FFF2-40B4-BE49-F238E27FC236}">
                <a16:creationId xmlns:a16="http://schemas.microsoft.com/office/drawing/2014/main" id="{B16E2593-5747-454A-BB83-904AF3FA24CA}"/>
              </a:ext>
            </a:extLst>
          </p:cNvPr>
          <p:cNvSpPr>
            <a:spLocks xmlns:a="http://schemas.openxmlformats.org/drawingml/2006/main" noGrp="1"/>
          </p:cNvSpPr>
          <p:nvPr/>
        </p:nvSpPr>
        <p:spPr>
          <a:xfrm xmlns:a="http://schemas.openxmlformats.org/drawingml/2006/main">
            <a:off x="3905250" y="2647950"/>
            <a:ext cx="7524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0">
                <a:solidFill>
                  <a:srgbClr val="665F68"/>
                </a:solidFill>
                <a:latin typeface="Be Vietnam Pro"/>
                <a:ea typeface="Be Vietnam Pro"/>
                <a:cs typeface="Be Vietnam Pro"/>
              </a:defRPr>
            </a:defPPr>
            <a:lvl1pPr>
              <a:defRPr sz="1725" b="0">
                <a:solidFill>
                  <a:srgbClr val="665F68"/>
                </a:solidFill>
                <a:latin typeface="Be Vietnam Pro"/>
                <a:ea typeface="Be Vietnam Pro"/>
                <a:cs typeface="Be Vietnam Pro"/>
              </a:defRPr>
            </a:lvl1pPr>
            <a:lvl2pPr>
              <a:defRPr sz="1725" b="0">
                <a:solidFill>
                  <a:srgbClr val="665F68"/>
                </a:solidFill>
                <a:latin typeface="Be Vietnam Pro"/>
                <a:ea typeface="Be Vietnam Pro"/>
                <a:cs typeface="Be Vietnam Pro"/>
              </a:defRPr>
            </a:lvl2pPr>
            <a:lvl3pPr>
              <a:defRPr sz="1725" b="0">
                <a:solidFill>
                  <a:srgbClr val="665F68"/>
                </a:solidFill>
                <a:latin typeface="Be Vietnam Pro"/>
                <a:ea typeface="Be Vietnam Pro"/>
                <a:cs typeface="Be Vietnam Pro"/>
              </a:defRPr>
            </a:lvl3pPr>
            <a:lvl4pPr>
              <a:defRPr sz="1725" b="0">
                <a:solidFill>
                  <a:srgbClr val="665F68"/>
                </a:solidFill>
                <a:latin typeface="Be Vietnam Pro"/>
                <a:ea typeface="Be Vietnam Pro"/>
                <a:cs typeface="Be Vietnam Pro"/>
              </a:defRPr>
            </a:lvl4pPr>
            <a:lvl5pPr>
              <a:defRPr sz="1725" b="0">
                <a:solidFill>
                  <a:srgbClr val="665F68"/>
                </a:solidFill>
                <a:latin typeface="Be Vietnam Pro"/>
                <a:ea typeface="Be Vietnam Pro"/>
                <a:cs typeface="Be Vietnam Pro"/>
              </a:defRPr>
            </a:lvl5pPr>
            <a:lvl6pPr>
              <a:defRPr sz="1725" b="0">
                <a:solidFill>
                  <a:srgbClr val="665F68"/>
                </a:solidFill>
                <a:latin typeface="Be Vietnam Pro"/>
                <a:ea typeface="Be Vietnam Pro"/>
                <a:cs typeface="Be Vietnam Pro"/>
              </a:defRPr>
            </a:lvl6pPr>
            <a:lvl7pPr>
              <a:defRPr sz="1725" b="0">
                <a:solidFill>
                  <a:srgbClr val="665F68"/>
                </a:solidFill>
                <a:latin typeface="Be Vietnam Pro"/>
                <a:ea typeface="Be Vietnam Pro"/>
                <a:cs typeface="Be Vietnam Pro"/>
              </a:defRPr>
            </a:lvl7pPr>
            <a:lvl8pPr>
              <a:defRPr sz="1725" b="0">
                <a:solidFill>
                  <a:srgbClr val="665F68"/>
                </a:solidFill>
                <a:latin typeface="Be Vietnam Pro"/>
                <a:ea typeface="Be Vietnam Pro"/>
                <a:cs typeface="Be Vietnam Pro"/>
              </a:defRPr>
            </a:lvl8pPr>
            <a:lvl9pPr>
              <a:defRPr sz="1725" b="0">
                <a:solidFill>
                  <a:srgbClr val="665F68"/>
                </a:solidFill>
                <a:latin typeface="Be Vietnam Pro"/>
                <a:ea typeface="Be Vietnam Pro"/>
                <a:cs typeface="Be Vietnam Pro"/>
              </a:defRPr>
            </a:lvl9pPr>
          </a:lstStyle>
          <a:p xmlns:a="http://schemas.openxmlformats.org/drawingml/2006/main">
            <a:pPr>
              <a:lnSpc>
                <a:spcPct val="116000"/>
              </a:lnSpc>
              <a:buNone/>
              <a:defRPr sz="1725" b="0">
                <a:solidFill>
                  <a:srgbClr val="665F68"/>
                </a:solidFill>
                <a:latin typeface="Be Vietnam Pro"/>
                <a:ea typeface="Be Vietnam Pro"/>
                <a:cs typeface="Be Vietnam Pro"/>
              </a:defRPr>
            </a:pPr>
            <a:r>
              <a:rPr sz="1725" b="0">
                <a:solidFill>
                  <a:srgbClr val="665F68"/>
                </a:solidFill>
                <a:latin typeface="Be Vietnam Pro"/>
                <a:ea typeface="Be Vietnam Pro"/>
                <a:cs typeface="Be Vietnam Pro"/>
              </a:rPr>
              <a:t>Vietnamese workspaces for users, notaries and admins</a:t>
            </a:r>
          </a:p>
        </p:txBody>
      </p:sp>
      <p:sp>
        <p:nvSpPr>
          <p:cNvPr id="7" name="body">
            <a:extLst xmlns:a="http://schemas.openxmlformats.org/drawingml/2006/main">
              <a:ext uri="{FF2B5EF4-FFF2-40B4-BE49-F238E27FC236}">
                <a16:creationId xmlns:a16="http://schemas.microsoft.com/office/drawing/2014/main" id="{5CF7CE6D-9EEF-4114-8161-DFB51791BFF3}"/>
              </a:ext>
            </a:extLst>
          </p:cNvPr>
          <p:cNvSpPr>
            <a:spLocks xmlns:a="http://schemas.openxmlformats.org/drawingml/2006/main" noGrp="1"/>
          </p:cNvSpPr>
          <p:nvPr/>
        </p:nvSpPr>
        <p:spPr>
          <a:xfrm xmlns:a="http://schemas.openxmlformats.org/drawingml/2006/main">
            <a:off x="609600" y="3190875"/>
            <a:ext cx="30003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1">
                <a:solidFill>
                  <a:srgbClr val="25222A"/>
                </a:solidFill>
                <a:latin typeface="Be Vietnam Pro"/>
                <a:ea typeface="Be Vietnam Pro"/>
                <a:cs typeface="Be Vietnam Pro"/>
              </a:defRPr>
            </a:defPPr>
            <a:lvl1pPr>
              <a:defRPr sz="2025" b="1">
                <a:solidFill>
                  <a:srgbClr val="25222A"/>
                </a:solidFill>
                <a:latin typeface="Be Vietnam Pro"/>
                <a:ea typeface="Be Vietnam Pro"/>
                <a:cs typeface="Be Vietnam Pro"/>
              </a:defRPr>
            </a:lvl1pPr>
            <a:lvl2pPr>
              <a:defRPr sz="2025" b="1">
                <a:solidFill>
                  <a:srgbClr val="25222A"/>
                </a:solidFill>
                <a:latin typeface="Be Vietnam Pro"/>
                <a:ea typeface="Be Vietnam Pro"/>
                <a:cs typeface="Be Vietnam Pro"/>
              </a:defRPr>
            </a:lvl2pPr>
            <a:lvl3pPr>
              <a:defRPr sz="2025" b="1">
                <a:solidFill>
                  <a:srgbClr val="25222A"/>
                </a:solidFill>
                <a:latin typeface="Be Vietnam Pro"/>
                <a:ea typeface="Be Vietnam Pro"/>
                <a:cs typeface="Be Vietnam Pro"/>
              </a:defRPr>
            </a:lvl3pPr>
            <a:lvl4pPr>
              <a:defRPr sz="2025" b="1">
                <a:solidFill>
                  <a:srgbClr val="25222A"/>
                </a:solidFill>
                <a:latin typeface="Be Vietnam Pro"/>
                <a:ea typeface="Be Vietnam Pro"/>
                <a:cs typeface="Be Vietnam Pro"/>
              </a:defRPr>
            </a:lvl4pPr>
            <a:lvl5pPr>
              <a:defRPr sz="2025" b="1">
                <a:solidFill>
                  <a:srgbClr val="25222A"/>
                </a:solidFill>
                <a:latin typeface="Be Vietnam Pro"/>
                <a:ea typeface="Be Vietnam Pro"/>
                <a:cs typeface="Be Vietnam Pro"/>
              </a:defRPr>
            </a:lvl5pPr>
            <a:lvl6pPr>
              <a:defRPr sz="2025" b="1">
                <a:solidFill>
                  <a:srgbClr val="25222A"/>
                </a:solidFill>
                <a:latin typeface="Be Vietnam Pro"/>
                <a:ea typeface="Be Vietnam Pro"/>
                <a:cs typeface="Be Vietnam Pro"/>
              </a:defRPr>
            </a:lvl6pPr>
            <a:lvl7pPr>
              <a:defRPr sz="2025" b="1">
                <a:solidFill>
                  <a:srgbClr val="25222A"/>
                </a:solidFill>
                <a:latin typeface="Be Vietnam Pro"/>
                <a:ea typeface="Be Vietnam Pro"/>
                <a:cs typeface="Be Vietnam Pro"/>
              </a:defRPr>
            </a:lvl7pPr>
            <a:lvl8pPr>
              <a:defRPr sz="2025" b="1">
                <a:solidFill>
                  <a:srgbClr val="25222A"/>
                </a:solidFill>
                <a:latin typeface="Be Vietnam Pro"/>
                <a:ea typeface="Be Vietnam Pro"/>
                <a:cs typeface="Be Vietnam Pro"/>
              </a:defRPr>
            </a:lvl8pPr>
            <a:lvl9pPr>
              <a:defRPr sz="2025" b="1">
                <a:solidFill>
                  <a:srgbClr val="25222A"/>
                </a:solidFill>
                <a:latin typeface="Be Vietnam Pro"/>
                <a:ea typeface="Be Vietnam Pro"/>
                <a:cs typeface="Be Vietnam Pro"/>
              </a:defRPr>
            </a:lvl9pPr>
          </a:lstStyle>
          <a:p xmlns:a="http://schemas.openxmlformats.org/drawingml/2006/main">
            <a:pPr>
              <a:lnSpc>
                <a:spcPct val="116000"/>
              </a:lnSpc>
              <a:buNone/>
              <a:defRPr sz="2025" b="1">
                <a:solidFill>
                  <a:srgbClr val="25222A"/>
                </a:solidFill>
                <a:latin typeface="Be Vietnam Pro"/>
                <a:ea typeface="Be Vietnam Pro"/>
                <a:cs typeface="Be Vietnam Pro"/>
              </a:defRPr>
            </a:pPr>
            <a:r>
              <a:rPr sz="2025" b="1">
                <a:solidFill>
                  <a:srgbClr val="25222A"/>
                </a:solidFill>
                <a:latin typeface="Be Vietnam Pro"/>
                <a:ea typeface="Be Vietnam Pro"/>
                <a:cs typeface="Be Vietnam Pro"/>
              </a:rPr>
              <a:t>Application services</a:t>
            </a:r>
          </a:p>
        </p:txBody>
      </p:sp>
      <p:sp>
        <p:nvSpPr>
          <p:cNvPr id="8" name="body">
            <a:extLst xmlns:a="http://schemas.openxmlformats.org/drawingml/2006/main">
              <a:ext uri="{FF2B5EF4-FFF2-40B4-BE49-F238E27FC236}">
                <a16:creationId xmlns:a16="http://schemas.microsoft.com/office/drawing/2014/main" id="{163C839C-9E7C-4344-8841-EC4E96DE50D7}"/>
              </a:ext>
            </a:extLst>
          </p:cNvPr>
          <p:cNvSpPr>
            <a:spLocks xmlns:a="http://schemas.openxmlformats.org/drawingml/2006/main" noGrp="1"/>
          </p:cNvSpPr>
          <p:nvPr/>
        </p:nvSpPr>
        <p:spPr>
          <a:xfrm xmlns:a="http://schemas.openxmlformats.org/drawingml/2006/main">
            <a:off x="3905250" y="3190875"/>
            <a:ext cx="7620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0">
                <a:solidFill>
                  <a:srgbClr val="25222A"/>
                </a:solidFill>
                <a:latin typeface="Be Vietnam Pro"/>
                <a:ea typeface="Be Vietnam Pro"/>
                <a:cs typeface="Be Vietnam Pro"/>
              </a:defRPr>
            </a:defPPr>
            <a:lvl1pPr>
              <a:defRPr sz="2025" b="0">
                <a:solidFill>
                  <a:srgbClr val="25222A"/>
                </a:solidFill>
                <a:latin typeface="Be Vietnam Pro"/>
                <a:ea typeface="Be Vietnam Pro"/>
                <a:cs typeface="Be Vietnam Pro"/>
              </a:defRPr>
            </a:lvl1pPr>
            <a:lvl2pPr>
              <a:defRPr sz="2025" b="0">
                <a:solidFill>
                  <a:srgbClr val="25222A"/>
                </a:solidFill>
                <a:latin typeface="Be Vietnam Pro"/>
                <a:ea typeface="Be Vietnam Pro"/>
                <a:cs typeface="Be Vietnam Pro"/>
              </a:defRPr>
            </a:lvl2pPr>
            <a:lvl3pPr>
              <a:defRPr sz="2025" b="0">
                <a:solidFill>
                  <a:srgbClr val="25222A"/>
                </a:solidFill>
                <a:latin typeface="Be Vietnam Pro"/>
                <a:ea typeface="Be Vietnam Pro"/>
                <a:cs typeface="Be Vietnam Pro"/>
              </a:defRPr>
            </a:lvl3pPr>
            <a:lvl4pPr>
              <a:defRPr sz="2025" b="0">
                <a:solidFill>
                  <a:srgbClr val="25222A"/>
                </a:solidFill>
                <a:latin typeface="Be Vietnam Pro"/>
                <a:ea typeface="Be Vietnam Pro"/>
                <a:cs typeface="Be Vietnam Pro"/>
              </a:defRPr>
            </a:lvl4pPr>
            <a:lvl5pPr>
              <a:defRPr sz="2025" b="0">
                <a:solidFill>
                  <a:srgbClr val="25222A"/>
                </a:solidFill>
                <a:latin typeface="Be Vietnam Pro"/>
                <a:ea typeface="Be Vietnam Pro"/>
                <a:cs typeface="Be Vietnam Pro"/>
              </a:defRPr>
            </a:lvl5pPr>
            <a:lvl6pPr>
              <a:defRPr sz="2025" b="0">
                <a:solidFill>
                  <a:srgbClr val="25222A"/>
                </a:solidFill>
                <a:latin typeface="Be Vietnam Pro"/>
                <a:ea typeface="Be Vietnam Pro"/>
                <a:cs typeface="Be Vietnam Pro"/>
              </a:defRPr>
            </a:lvl6pPr>
            <a:lvl7pPr>
              <a:defRPr sz="2025" b="0">
                <a:solidFill>
                  <a:srgbClr val="25222A"/>
                </a:solidFill>
                <a:latin typeface="Be Vietnam Pro"/>
                <a:ea typeface="Be Vietnam Pro"/>
                <a:cs typeface="Be Vietnam Pro"/>
              </a:defRPr>
            </a:lvl7pPr>
            <a:lvl8pPr>
              <a:defRPr sz="2025" b="0">
                <a:solidFill>
                  <a:srgbClr val="25222A"/>
                </a:solidFill>
                <a:latin typeface="Be Vietnam Pro"/>
                <a:ea typeface="Be Vietnam Pro"/>
                <a:cs typeface="Be Vietnam Pro"/>
              </a:defRPr>
            </a:lvl8pPr>
            <a:lvl9pPr>
              <a:defRPr sz="2025" b="0">
                <a:solidFill>
                  <a:srgbClr val="25222A"/>
                </a:solidFill>
                <a:latin typeface="Be Vietnam Pro"/>
                <a:ea typeface="Be Vietnam Pro"/>
                <a:cs typeface="Be Vietnam Pro"/>
              </a:defRPr>
            </a:lvl9pPr>
          </a:lstStyle>
          <a:p xmlns:a="http://schemas.openxmlformats.org/drawingml/2006/main">
            <a:pPr>
              <a:lnSpc>
                <a:spcPct val="116000"/>
              </a:lnSpc>
              <a:buNone/>
              <a:defRPr sz="2025" b="0">
                <a:solidFill>
                  <a:srgbClr val="25222A"/>
                </a:solidFill>
                <a:latin typeface="Be Vietnam Pro"/>
                <a:ea typeface="Be Vietnam Pro"/>
                <a:cs typeface="Be Vietnam Pro"/>
              </a:defRPr>
            </a:pPr>
            <a:r>
              <a:rPr sz="2025" b="0">
                <a:solidFill>
                  <a:srgbClr val="25222A"/>
                </a:solidFill>
                <a:latin typeface="Be Vietnam Pro"/>
                <a:ea typeface="Be Vietnam Pro"/>
                <a:cs typeface="Be Vietnam Pro"/>
              </a:rPr>
              <a:t>Node.js, Express, MongoDB and PayOS</a:t>
            </a:r>
          </a:p>
        </p:txBody>
      </p:sp>
      <p:sp>
        <p:nvSpPr>
          <p:cNvPr id="9" name="body">
            <a:extLst xmlns:a="http://schemas.openxmlformats.org/drawingml/2006/main">
              <a:ext uri="{FF2B5EF4-FFF2-40B4-BE49-F238E27FC236}">
                <a16:creationId xmlns:a16="http://schemas.microsoft.com/office/drawing/2014/main" id="{2B9EBB36-00AC-4171-978A-00873D5A4E69}"/>
              </a:ext>
            </a:extLst>
          </p:cNvPr>
          <p:cNvSpPr>
            <a:spLocks xmlns:a="http://schemas.openxmlformats.org/drawingml/2006/main" noGrp="1"/>
          </p:cNvSpPr>
          <p:nvPr/>
        </p:nvSpPr>
        <p:spPr>
          <a:xfrm xmlns:a="http://schemas.openxmlformats.org/drawingml/2006/main">
            <a:off x="3905250" y="3590925"/>
            <a:ext cx="7524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0">
                <a:solidFill>
                  <a:srgbClr val="665F68"/>
                </a:solidFill>
                <a:latin typeface="Be Vietnam Pro"/>
                <a:ea typeface="Be Vietnam Pro"/>
                <a:cs typeface="Be Vietnam Pro"/>
              </a:defRPr>
            </a:defPPr>
            <a:lvl1pPr>
              <a:defRPr sz="1725" b="0">
                <a:solidFill>
                  <a:srgbClr val="665F68"/>
                </a:solidFill>
                <a:latin typeface="Be Vietnam Pro"/>
                <a:ea typeface="Be Vietnam Pro"/>
                <a:cs typeface="Be Vietnam Pro"/>
              </a:defRPr>
            </a:lvl1pPr>
            <a:lvl2pPr>
              <a:defRPr sz="1725" b="0">
                <a:solidFill>
                  <a:srgbClr val="665F68"/>
                </a:solidFill>
                <a:latin typeface="Be Vietnam Pro"/>
                <a:ea typeface="Be Vietnam Pro"/>
                <a:cs typeface="Be Vietnam Pro"/>
              </a:defRPr>
            </a:lvl2pPr>
            <a:lvl3pPr>
              <a:defRPr sz="1725" b="0">
                <a:solidFill>
                  <a:srgbClr val="665F68"/>
                </a:solidFill>
                <a:latin typeface="Be Vietnam Pro"/>
                <a:ea typeface="Be Vietnam Pro"/>
                <a:cs typeface="Be Vietnam Pro"/>
              </a:defRPr>
            </a:lvl3pPr>
            <a:lvl4pPr>
              <a:defRPr sz="1725" b="0">
                <a:solidFill>
                  <a:srgbClr val="665F68"/>
                </a:solidFill>
                <a:latin typeface="Be Vietnam Pro"/>
                <a:ea typeface="Be Vietnam Pro"/>
                <a:cs typeface="Be Vietnam Pro"/>
              </a:defRPr>
            </a:lvl4pPr>
            <a:lvl5pPr>
              <a:defRPr sz="1725" b="0">
                <a:solidFill>
                  <a:srgbClr val="665F68"/>
                </a:solidFill>
                <a:latin typeface="Be Vietnam Pro"/>
                <a:ea typeface="Be Vietnam Pro"/>
                <a:cs typeface="Be Vietnam Pro"/>
              </a:defRPr>
            </a:lvl5pPr>
            <a:lvl6pPr>
              <a:defRPr sz="1725" b="0">
                <a:solidFill>
                  <a:srgbClr val="665F68"/>
                </a:solidFill>
                <a:latin typeface="Be Vietnam Pro"/>
                <a:ea typeface="Be Vietnam Pro"/>
                <a:cs typeface="Be Vietnam Pro"/>
              </a:defRPr>
            </a:lvl6pPr>
            <a:lvl7pPr>
              <a:defRPr sz="1725" b="0">
                <a:solidFill>
                  <a:srgbClr val="665F68"/>
                </a:solidFill>
                <a:latin typeface="Be Vietnam Pro"/>
                <a:ea typeface="Be Vietnam Pro"/>
                <a:cs typeface="Be Vietnam Pro"/>
              </a:defRPr>
            </a:lvl7pPr>
            <a:lvl8pPr>
              <a:defRPr sz="1725" b="0">
                <a:solidFill>
                  <a:srgbClr val="665F68"/>
                </a:solidFill>
                <a:latin typeface="Be Vietnam Pro"/>
                <a:ea typeface="Be Vietnam Pro"/>
                <a:cs typeface="Be Vietnam Pro"/>
              </a:defRPr>
            </a:lvl8pPr>
            <a:lvl9pPr>
              <a:defRPr sz="1725" b="0">
                <a:solidFill>
                  <a:srgbClr val="665F68"/>
                </a:solidFill>
                <a:latin typeface="Be Vietnam Pro"/>
                <a:ea typeface="Be Vietnam Pro"/>
                <a:cs typeface="Be Vietnam Pro"/>
              </a:defRPr>
            </a:lvl9pPr>
          </a:lstStyle>
          <a:p xmlns:a="http://schemas.openxmlformats.org/drawingml/2006/main">
            <a:pPr>
              <a:lnSpc>
                <a:spcPct val="116000"/>
              </a:lnSpc>
              <a:buNone/>
              <a:defRPr sz="1725" b="0">
                <a:solidFill>
                  <a:srgbClr val="665F68"/>
                </a:solidFill>
                <a:latin typeface="Be Vietnam Pro"/>
                <a:ea typeface="Be Vietnam Pro"/>
                <a:cs typeface="Be Vietnam Pro"/>
              </a:defRPr>
            </a:pPr>
            <a:r>
              <a:rPr sz="1725" b="0">
                <a:solidFill>
                  <a:srgbClr val="665F68"/>
                </a:solidFill>
                <a:latin typeface="Be Vietnam Pro"/>
                <a:ea typeface="Be Vietnam Pro"/>
                <a:cs typeface="Be Vietnam Pro"/>
              </a:rPr>
              <a:t>JWT and Google OAuth. The public demo simulates payments.</a:t>
            </a:r>
          </a:p>
        </p:txBody>
      </p:sp>
      <p:sp>
        <p:nvSpPr>
          <p:cNvPr id="10" name="body">
            <a:extLst xmlns:a="http://schemas.openxmlformats.org/drawingml/2006/main">
              <a:ext uri="{FF2B5EF4-FFF2-40B4-BE49-F238E27FC236}">
                <a16:creationId xmlns:a16="http://schemas.microsoft.com/office/drawing/2014/main" id="{4158E0F5-E697-4EA3-85D4-853A0A886199}"/>
              </a:ext>
            </a:extLst>
          </p:cNvPr>
          <p:cNvSpPr>
            <a:spLocks xmlns:a="http://schemas.openxmlformats.org/drawingml/2006/main" noGrp="1"/>
          </p:cNvSpPr>
          <p:nvPr/>
        </p:nvSpPr>
        <p:spPr>
          <a:xfrm xmlns:a="http://schemas.openxmlformats.org/drawingml/2006/main">
            <a:off x="609600" y="4133850"/>
            <a:ext cx="30003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1">
                <a:solidFill>
                  <a:srgbClr val="25222A"/>
                </a:solidFill>
                <a:latin typeface="Be Vietnam Pro"/>
                <a:ea typeface="Be Vietnam Pro"/>
                <a:cs typeface="Be Vietnam Pro"/>
              </a:defRPr>
            </a:defPPr>
            <a:lvl1pPr>
              <a:defRPr sz="2025" b="1">
                <a:solidFill>
                  <a:srgbClr val="25222A"/>
                </a:solidFill>
                <a:latin typeface="Be Vietnam Pro"/>
                <a:ea typeface="Be Vietnam Pro"/>
                <a:cs typeface="Be Vietnam Pro"/>
              </a:defRPr>
            </a:lvl1pPr>
            <a:lvl2pPr>
              <a:defRPr sz="2025" b="1">
                <a:solidFill>
                  <a:srgbClr val="25222A"/>
                </a:solidFill>
                <a:latin typeface="Be Vietnam Pro"/>
                <a:ea typeface="Be Vietnam Pro"/>
                <a:cs typeface="Be Vietnam Pro"/>
              </a:defRPr>
            </a:lvl2pPr>
            <a:lvl3pPr>
              <a:defRPr sz="2025" b="1">
                <a:solidFill>
                  <a:srgbClr val="25222A"/>
                </a:solidFill>
                <a:latin typeface="Be Vietnam Pro"/>
                <a:ea typeface="Be Vietnam Pro"/>
                <a:cs typeface="Be Vietnam Pro"/>
              </a:defRPr>
            </a:lvl3pPr>
            <a:lvl4pPr>
              <a:defRPr sz="2025" b="1">
                <a:solidFill>
                  <a:srgbClr val="25222A"/>
                </a:solidFill>
                <a:latin typeface="Be Vietnam Pro"/>
                <a:ea typeface="Be Vietnam Pro"/>
                <a:cs typeface="Be Vietnam Pro"/>
              </a:defRPr>
            </a:lvl4pPr>
            <a:lvl5pPr>
              <a:defRPr sz="2025" b="1">
                <a:solidFill>
                  <a:srgbClr val="25222A"/>
                </a:solidFill>
                <a:latin typeface="Be Vietnam Pro"/>
                <a:ea typeface="Be Vietnam Pro"/>
                <a:cs typeface="Be Vietnam Pro"/>
              </a:defRPr>
            </a:lvl5pPr>
            <a:lvl6pPr>
              <a:defRPr sz="2025" b="1">
                <a:solidFill>
                  <a:srgbClr val="25222A"/>
                </a:solidFill>
                <a:latin typeface="Be Vietnam Pro"/>
                <a:ea typeface="Be Vietnam Pro"/>
                <a:cs typeface="Be Vietnam Pro"/>
              </a:defRPr>
            </a:lvl6pPr>
            <a:lvl7pPr>
              <a:defRPr sz="2025" b="1">
                <a:solidFill>
                  <a:srgbClr val="25222A"/>
                </a:solidFill>
                <a:latin typeface="Be Vietnam Pro"/>
                <a:ea typeface="Be Vietnam Pro"/>
                <a:cs typeface="Be Vietnam Pro"/>
              </a:defRPr>
            </a:lvl7pPr>
            <a:lvl8pPr>
              <a:defRPr sz="2025" b="1">
                <a:solidFill>
                  <a:srgbClr val="25222A"/>
                </a:solidFill>
                <a:latin typeface="Be Vietnam Pro"/>
                <a:ea typeface="Be Vietnam Pro"/>
                <a:cs typeface="Be Vietnam Pro"/>
              </a:defRPr>
            </a:lvl8pPr>
            <a:lvl9pPr>
              <a:defRPr sz="2025" b="1">
                <a:solidFill>
                  <a:srgbClr val="25222A"/>
                </a:solidFill>
                <a:latin typeface="Be Vietnam Pro"/>
                <a:ea typeface="Be Vietnam Pro"/>
                <a:cs typeface="Be Vietnam Pro"/>
              </a:defRPr>
            </a:lvl9pPr>
          </a:lstStyle>
          <a:p xmlns:a="http://schemas.openxmlformats.org/drawingml/2006/main">
            <a:pPr>
              <a:lnSpc>
                <a:spcPct val="116000"/>
              </a:lnSpc>
              <a:buNone/>
              <a:defRPr sz="2025" b="1">
                <a:solidFill>
                  <a:srgbClr val="25222A"/>
                </a:solidFill>
                <a:latin typeface="Be Vietnam Pro"/>
                <a:ea typeface="Be Vietnam Pro"/>
                <a:cs typeface="Be Vietnam Pro"/>
              </a:defRPr>
            </a:pPr>
            <a:r>
              <a:rPr sz="2025" b="1">
                <a:solidFill>
                  <a:srgbClr val="25222A"/>
                </a:solidFill>
                <a:latin typeface="Be Vietnam Pro"/>
                <a:ea typeface="Be Vietnam Pro"/>
                <a:cs typeface="Be Vietnam Pro"/>
              </a:rPr>
              <a:t>Document records</a:t>
            </a:r>
          </a:p>
        </p:txBody>
      </p:sp>
      <p:sp>
        <p:nvSpPr>
          <p:cNvPr id="11" name="body">
            <a:extLst xmlns:a="http://schemas.openxmlformats.org/drawingml/2006/main">
              <a:ext uri="{FF2B5EF4-FFF2-40B4-BE49-F238E27FC236}">
                <a16:creationId xmlns:a16="http://schemas.microsoft.com/office/drawing/2014/main" id="{5529F1FB-9F10-4DBB-8791-D26C64A6A735}"/>
              </a:ext>
            </a:extLst>
          </p:cNvPr>
          <p:cNvSpPr>
            <a:spLocks xmlns:a="http://schemas.openxmlformats.org/drawingml/2006/main" noGrp="1"/>
          </p:cNvSpPr>
          <p:nvPr/>
        </p:nvSpPr>
        <p:spPr>
          <a:xfrm xmlns:a="http://schemas.openxmlformats.org/drawingml/2006/main">
            <a:off x="3905250" y="4133850"/>
            <a:ext cx="7620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0">
                <a:solidFill>
                  <a:srgbClr val="25222A"/>
                </a:solidFill>
                <a:latin typeface="Be Vietnam Pro"/>
                <a:ea typeface="Be Vietnam Pro"/>
                <a:cs typeface="Be Vietnam Pro"/>
              </a:defRPr>
            </a:defPPr>
            <a:lvl1pPr>
              <a:defRPr sz="2025" b="0">
                <a:solidFill>
                  <a:srgbClr val="25222A"/>
                </a:solidFill>
                <a:latin typeface="Be Vietnam Pro"/>
                <a:ea typeface="Be Vietnam Pro"/>
                <a:cs typeface="Be Vietnam Pro"/>
              </a:defRPr>
            </a:lvl1pPr>
            <a:lvl2pPr>
              <a:defRPr sz="2025" b="0">
                <a:solidFill>
                  <a:srgbClr val="25222A"/>
                </a:solidFill>
                <a:latin typeface="Be Vietnam Pro"/>
                <a:ea typeface="Be Vietnam Pro"/>
                <a:cs typeface="Be Vietnam Pro"/>
              </a:defRPr>
            </a:lvl2pPr>
            <a:lvl3pPr>
              <a:defRPr sz="2025" b="0">
                <a:solidFill>
                  <a:srgbClr val="25222A"/>
                </a:solidFill>
                <a:latin typeface="Be Vietnam Pro"/>
                <a:ea typeface="Be Vietnam Pro"/>
                <a:cs typeface="Be Vietnam Pro"/>
              </a:defRPr>
            </a:lvl3pPr>
            <a:lvl4pPr>
              <a:defRPr sz="2025" b="0">
                <a:solidFill>
                  <a:srgbClr val="25222A"/>
                </a:solidFill>
                <a:latin typeface="Be Vietnam Pro"/>
                <a:ea typeface="Be Vietnam Pro"/>
                <a:cs typeface="Be Vietnam Pro"/>
              </a:defRPr>
            </a:lvl4pPr>
            <a:lvl5pPr>
              <a:defRPr sz="2025" b="0">
                <a:solidFill>
                  <a:srgbClr val="25222A"/>
                </a:solidFill>
                <a:latin typeface="Be Vietnam Pro"/>
                <a:ea typeface="Be Vietnam Pro"/>
                <a:cs typeface="Be Vietnam Pro"/>
              </a:defRPr>
            </a:lvl5pPr>
            <a:lvl6pPr>
              <a:defRPr sz="2025" b="0">
                <a:solidFill>
                  <a:srgbClr val="25222A"/>
                </a:solidFill>
                <a:latin typeface="Be Vietnam Pro"/>
                <a:ea typeface="Be Vietnam Pro"/>
                <a:cs typeface="Be Vietnam Pro"/>
              </a:defRPr>
            </a:lvl6pPr>
            <a:lvl7pPr>
              <a:defRPr sz="2025" b="0">
                <a:solidFill>
                  <a:srgbClr val="25222A"/>
                </a:solidFill>
                <a:latin typeface="Be Vietnam Pro"/>
                <a:ea typeface="Be Vietnam Pro"/>
                <a:cs typeface="Be Vietnam Pro"/>
              </a:defRPr>
            </a:lvl7pPr>
            <a:lvl8pPr>
              <a:defRPr sz="2025" b="0">
                <a:solidFill>
                  <a:srgbClr val="25222A"/>
                </a:solidFill>
                <a:latin typeface="Be Vietnam Pro"/>
                <a:ea typeface="Be Vietnam Pro"/>
                <a:cs typeface="Be Vietnam Pro"/>
              </a:defRPr>
            </a:lvl8pPr>
            <a:lvl9pPr>
              <a:defRPr sz="2025" b="0">
                <a:solidFill>
                  <a:srgbClr val="25222A"/>
                </a:solidFill>
                <a:latin typeface="Be Vietnam Pro"/>
                <a:ea typeface="Be Vietnam Pro"/>
                <a:cs typeface="Be Vietnam Pro"/>
              </a:defRPr>
            </a:lvl9pPr>
          </a:lstStyle>
          <a:p xmlns:a="http://schemas.openxmlformats.org/drawingml/2006/main">
            <a:pPr>
              <a:lnSpc>
                <a:spcPct val="116000"/>
              </a:lnSpc>
              <a:buNone/>
              <a:defRPr sz="2025" b="0">
                <a:solidFill>
                  <a:srgbClr val="25222A"/>
                </a:solidFill>
                <a:latin typeface="Be Vietnam Pro"/>
                <a:ea typeface="Be Vietnam Pro"/>
                <a:cs typeface="Be Vietnam Pro"/>
              </a:defRPr>
            </a:pPr>
            <a:r>
              <a:rPr sz="2025" b="0">
                <a:solidFill>
                  <a:srgbClr val="25222A"/>
                </a:solidFill>
                <a:latin typeface="Be Vietnam Pro"/>
                <a:ea typeface="Be Vietnam Pro"/>
                <a:cs typeface="Be Vietnam Pro"/>
              </a:rPr>
              <a:t>Solana Web3.js and Metaplex</a:t>
            </a:r>
          </a:p>
        </p:txBody>
      </p:sp>
      <p:sp>
        <p:nvSpPr>
          <p:cNvPr id="12" name="body">
            <a:extLst xmlns:a="http://schemas.openxmlformats.org/drawingml/2006/main">
              <a:ext uri="{FF2B5EF4-FFF2-40B4-BE49-F238E27FC236}">
                <a16:creationId xmlns:a16="http://schemas.microsoft.com/office/drawing/2014/main" id="{0B0BF8B0-2B05-41A6-A130-66BD40972170}"/>
              </a:ext>
            </a:extLst>
          </p:cNvPr>
          <p:cNvSpPr>
            <a:spLocks xmlns:a="http://schemas.openxmlformats.org/drawingml/2006/main" noGrp="1"/>
          </p:cNvSpPr>
          <p:nvPr/>
        </p:nvSpPr>
        <p:spPr>
          <a:xfrm xmlns:a="http://schemas.openxmlformats.org/drawingml/2006/main">
            <a:off x="3905250" y="4533900"/>
            <a:ext cx="7524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0">
                <a:solidFill>
                  <a:srgbClr val="665F68"/>
                </a:solidFill>
                <a:latin typeface="Be Vietnam Pro"/>
                <a:ea typeface="Be Vietnam Pro"/>
                <a:cs typeface="Be Vietnam Pro"/>
              </a:defRPr>
            </a:defPPr>
            <a:lvl1pPr>
              <a:defRPr sz="1725" b="0">
                <a:solidFill>
                  <a:srgbClr val="665F68"/>
                </a:solidFill>
                <a:latin typeface="Be Vietnam Pro"/>
                <a:ea typeface="Be Vietnam Pro"/>
                <a:cs typeface="Be Vietnam Pro"/>
              </a:defRPr>
            </a:lvl1pPr>
            <a:lvl2pPr>
              <a:defRPr sz="1725" b="0">
                <a:solidFill>
                  <a:srgbClr val="665F68"/>
                </a:solidFill>
                <a:latin typeface="Be Vietnam Pro"/>
                <a:ea typeface="Be Vietnam Pro"/>
                <a:cs typeface="Be Vietnam Pro"/>
              </a:defRPr>
            </a:lvl2pPr>
            <a:lvl3pPr>
              <a:defRPr sz="1725" b="0">
                <a:solidFill>
                  <a:srgbClr val="665F68"/>
                </a:solidFill>
                <a:latin typeface="Be Vietnam Pro"/>
                <a:ea typeface="Be Vietnam Pro"/>
                <a:cs typeface="Be Vietnam Pro"/>
              </a:defRPr>
            </a:lvl3pPr>
            <a:lvl4pPr>
              <a:defRPr sz="1725" b="0">
                <a:solidFill>
                  <a:srgbClr val="665F68"/>
                </a:solidFill>
                <a:latin typeface="Be Vietnam Pro"/>
                <a:ea typeface="Be Vietnam Pro"/>
                <a:cs typeface="Be Vietnam Pro"/>
              </a:defRPr>
            </a:lvl4pPr>
            <a:lvl5pPr>
              <a:defRPr sz="1725" b="0">
                <a:solidFill>
                  <a:srgbClr val="665F68"/>
                </a:solidFill>
                <a:latin typeface="Be Vietnam Pro"/>
                <a:ea typeface="Be Vietnam Pro"/>
                <a:cs typeface="Be Vietnam Pro"/>
              </a:defRPr>
            </a:lvl5pPr>
            <a:lvl6pPr>
              <a:defRPr sz="1725" b="0">
                <a:solidFill>
                  <a:srgbClr val="665F68"/>
                </a:solidFill>
                <a:latin typeface="Be Vietnam Pro"/>
                <a:ea typeface="Be Vietnam Pro"/>
                <a:cs typeface="Be Vietnam Pro"/>
              </a:defRPr>
            </a:lvl6pPr>
            <a:lvl7pPr>
              <a:defRPr sz="1725" b="0">
                <a:solidFill>
                  <a:srgbClr val="665F68"/>
                </a:solidFill>
                <a:latin typeface="Be Vietnam Pro"/>
                <a:ea typeface="Be Vietnam Pro"/>
                <a:cs typeface="Be Vietnam Pro"/>
              </a:defRPr>
            </a:lvl7pPr>
            <a:lvl8pPr>
              <a:defRPr sz="1725" b="0">
                <a:solidFill>
                  <a:srgbClr val="665F68"/>
                </a:solidFill>
                <a:latin typeface="Be Vietnam Pro"/>
                <a:ea typeface="Be Vietnam Pro"/>
                <a:cs typeface="Be Vietnam Pro"/>
              </a:defRPr>
            </a:lvl8pPr>
            <a:lvl9pPr>
              <a:defRPr sz="1725" b="0">
                <a:solidFill>
                  <a:srgbClr val="665F68"/>
                </a:solidFill>
                <a:latin typeface="Be Vietnam Pro"/>
                <a:ea typeface="Be Vietnam Pro"/>
                <a:cs typeface="Be Vietnam Pro"/>
              </a:defRPr>
            </a:lvl9pPr>
          </a:lstStyle>
          <a:p xmlns:a="http://schemas.openxmlformats.org/drawingml/2006/main">
            <a:pPr>
              <a:lnSpc>
                <a:spcPct val="116000"/>
              </a:lnSpc>
              <a:buNone/>
              <a:defRPr sz="1725" b="0">
                <a:solidFill>
                  <a:srgbClr val="665F68"/>
                </a:solidFill>
                <a:latin typeface="Be Vietnam Pro"/>
                <a:ea typeface="Be Vietnam Pro"/>
                <a:cs typeface="Be Vietnam Pro"/>
              </a:defRPr>
            </a:pPr>
            <a:r>
              <a:rPr sz="1725" b="0">
                <a:solidFill>
                  <a:srgbClr val="665F68"/>
                </a:solidFill>
                <a:latin typeface="Be Vietnam Pro"/>
                <a:ea typeface="Be Vietnam Pro"/>
                <a:cs typeface="Be Vietnam Pro"/>
              </a:rPr>
              <a:t>Supabase Storage in the demo. IPFS/Pinata support in code.</a:t>
            </a:r>
          </a:p>
        </p:txBody>
      </p:sp>
      <p:sp>
        <p:nvSpPr>
          <p:cNvPr id="13" name="body">
            <a:extLst xmlns:a="http://schemas.openxmlformats.org/drawingml/2006/main">
              <a:ext uri="{FF2B5EF4-FFF2-40B4-BE49-F238E27FC236}">
                <a16:creationId xmlns:a16="http://schemas.microsoft.com/office/drawing/2014/main" id="{D8EC62A6-7B95-40BA-B22B-FCC2D8D0BBE7}"/>
              </a:ext>
            </a:extLst>
          </p:cNvPr>
          <p:cNvSpPr>
            <a:spLocks xmlns:a="http://schemas.openxmlformats.org/drawingml/2006/main" noGrp="1"/>
          </p:cNvSpPr>
          <p:nvPr/>
        </p:nvSpPr>
        <p:spPr>
          <a:xfrm xmlns:a="http://schemas.openxmlformats.org/drawingml/2006/main">
            <a:off x="609600" y="5076825"/>
            <a:ext cx="30003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1">
                <a:solidFill>
                  <a:srgbClr val="25222A"/>
                </a:solidFill>
                <a:latin typeface="Be Vietnam Pro"/>
                <a:ea typeface="Be Vietnam Pro"/>
                <a:cs typeface="Be Vietnam Pro"/>
              </a:defRPr>
            </a:defPPr>
            <a:lvl1pPr>
              <a:defRPr sz="2025" b="1">
                <a:solidFill>
                  <a:srgbClr val="25222A"/>
                </a:solidFill>
                <a:latin typeface="Be Vietnam Pro"/>
                <a:ea typeface="Be Vietnam Pro"/>
                <a:cs typeface="Be Vietnam Pro"/>
              </a:defRPr>
            </a:lvl1pPr>
            <a:lvl2pPr>
              <a:defRPr sz="2025" b="1">
                <a:solidFill>
                  <a:srgbClr val="25222A"/>
                </a:solidFill>
                <a:latin typeface="Be Vietnam Pro"/>
                <a:ea typeface="Be Vietnam Pro"/>
                <a:cs typeface="Be Vietnam Pro"/>
              </a:defRPr>
            </a:lvl2pPr>
            <a:lvl3pPr>
              <a:defRPr sz="2025" b="1">
                <a:solidFill>
                  <a:srgbClr val="25222A"/>
                </a:solidFill>
                <a:latin typeface="Be Vietnam Pro"/>
                <a:ea typeface="Be Vietnam Pro"/>
                <a:cs typeface="Be Vietnam Pro"/>
              </a:defRPr>
            </a:lvl3pPr>
            <a:lvl4pPr>
              <a:defRPr sz="2025" b="1">
                <a:solidFill>
                  <a:srgbClr val="25222A"/>
                </a:solidFill>
                <a:latin typeface="Be Vietnam Pro"/>
                <a:ea typeface="Be Vietnam Pro"/>
                <a:cs typeface="Be Vietnam Pro"/>
              </a:defRPr>
            </a:lvl4pPr>
            <a:lvl5pPr>
              <a:defRPr sz="2025" b="1">
                <a:solidFill>
                  <a:srgbClr val="25222A"/>
                </a:solidFill>
                <a:latin typeface="Be Vietnam Pro"/>
                <a:ea typeface="Be Vietnam Pro"/>
                <a:cs typeface="Be Vietnam Pro"/>
              </a:defRPr>
            </a:lvl5pPr>
            <a:lvl6pPr>
              <a:defRPr sz="2025" b="1">
                <a:solidFill>
                  <a:srgbClr val="25222A"/>
                </a:solidFill>
                <a:latin typeface="Be Vietnam Pro"/>
                <a:ea typeface="Be Vietnam Pro"/>
                <a:cs typeface="Be Vietnam Pro"/>
              </a:defRPr>
            </a:lvl6pPr>
            <a:lvl7pPr>
              <a:defRPr sz="2025" b="1">
                <a:solidFill>
                  <a:srgbClr val="25222A"/>
                </a:solidFill>
                <a:latin typeface="Be Vietnam Pro"/>
                <a:ea typeface="Be Vietnam Pro"/>
                <a:cs typeface="Be Vietnam Pro"/>
              </a:defRPr>
            </a:lvl7pPr>
            <a:lvl8pPr>
              <a:defRPr sz="2025" b="1">
                <a:solidFill>
                  <a:srgbClr val="25222A"/>
                </a:solidFill>
                <a:latin typeface="Be Vietnam Pro"/>
                <a:ea typeface="Be Vietnam Pro"/>
                <a:cs typeface="Be Vietnam Pro"/>
              </a:defRPr>
            </a:lvl8pPr>
            <a:lvl9pPr>
              <a:defRPr sz="2025" b="1">
                <a:solidFill>
                  <a:srgbClr val="25222A"/>
                </a:solidFill>
                <a:latin typeface="Be Vietnam Pro"/>
                <a:ea typeface="Be Vietnam Pro"/>
                <a:cs typeface="Be Vietnam Pro"/>
              </a:defRPr>
            </a:lvl9pPr>
          </a:lstStyle>
          <a:p xmlns:a="http://schemas.openxmlformats.org/drawingml/2006/main">
            <a:pPr>
              <a:lnSpc>
                <a:spcPct val="116000"/>
              </a:lnSpc>
              <a:buNone/>
              <a:defRPr sz="2025" b="1">
                <a:solidFill>
                  <a:srgbClr val="25222A"/>
                </a:solidFill>
                <a:latin typeface="Be Vietnam Pro"/>
                <a:ea typeface="Be Vietnam Pro"/>
                <a:cs typeface="Be Vietnam Pro"/>
              </a:defRPr>
            </a:pPr>
            <a:r>
              <a:rPr sz="2025" b="1">
                <a:solidFill>
                  <a:srgbClr val="25222A"/>
                </a:solidFill>
                <a:latin typeface="Be Vietnam Pro"/>
                <a:ea typeface="Be Vietnam Pro"/>
                <a:cs typeface="Be Vietnam Pro"/>
              </a:rPr>
              <a:t>Assistant</a:t>
            </a:r>
          </a:p>
        </p:txBody>
      </p:sp>
      <p:sp>
        <p:nvSpPr>
          <p:cNvPr id="14" name="body">
            <a:extLst xmlns:a="http://schemas.openxmlformats.org/drawingml/2006/main">
              <a:ext uri="{FF2B5EF4-FFF2-40B4-BE49-F238E27FC236}">
                <a16:creationId xmlns:a16="http://schemas.microsoft.com/office/drawing/2014/main" id="{9E7641A0-7BC9-4375-937D-E373983F402D}"/>
              </a:ext>
            </a:extLst>
          </p:cNvPr>
          <p:cNvSpPr>
            <a:spLocks xmlns:a="http://schemas.openxmlformats.org/drawingml/2006/main" noGrp="1"/>
          </p:cNvSpPr>
          <p:nvPr/>
        </p:nvSpPr>
        <p:spPr>
          <a:xfrm xmlns:a="http://schemas.openxmlformats.org/drawingml/2006/main">
            <a:off x="3905250" y="5076825"/>
            <a:ext cx="7620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0">
                <a:solidFill>
                  <a:srgbClr val="25222A"/>
                </a:solidFill>
                <a:latin typeface="Be Vietnam Pro"/>
                <a:ea typeface="Be Vietnam Pro"/>
                <a:cs typeface="Be Vietnam Pro"/>
              </a:defRPr>
            </a:defPPr>
            <a:lvl1pPr>
              <a:defRPr sz="2025" b="0">
                <a:solidFill>
                  <a:srgbClr val="25222A"/>
                </a:solidFill>
                <a:latin typeface="Be Vietnam Pro"/>
                <a:ea typeface="Be Vietnam Pro"/>
                <a:cs typeface="Be Vietnam Pro"/>
              </a:defRPr>
            </a:lvl1pPr>
            <a:lvl2pPr>
              <a:defRPr sz="2025" b="0">
                <a:solidFill>
                  <a:srgbClr val="25222A"/>
                </a:solidFill>
                <a:latin typeface="Be Vietnam Pro"/>
                <a:ea typeface="Be Vietnam Pro"/>
                <a:cs typeface="Be Vietnam Pro"/>
              </a:defRPr>
            </a:lvl2pPr>
            <a:lvl3pPr>
              <a:defRPr sz="2025" b="0">
                <a:solidFill>
                  <a:srgbClr val="25222A"/>
                </a:solidFill>
                <a:latin typeface="Be Vietnam Pro"/>
                <a:ea typeface="Be Vietnam Pro"/>
                <a:cs typeface="Be Vietnam Pro"/>
              </a:defRPr>
            </a:lvl3pPr>
            <a:lvl4pPr>
              <a:defRPr sz="2025" b="0">
                <a:solidFill>
                  <a:srgbClr val="25222A"/>
                </a:solidFill>
                <a:latin typeface="Be Vietnam Pro"/>
                <a:ea typeface="Be Vietnam Pro"/>
                <a:cs typeface="Be Vietnam Pro"/>
              </a:defRPr>
            </a:lvl4pPr>
            <a:lvl5pPr>
              <a:defRPr sz="2025" b="0">
                <a:solidFill>
                  <a:srgbClr val="25222A"/>
                </a:solidFill>
                <a:latin typeface="Be Vietnam Pro"/>
                <a:ea typeface="Be Vietnam Pro"/>
                <a:cs typeface="Be Vietnam Pro"/>
              </a:defRPr>
            </a:lvl5pPr>
            <a:lvl6pPr>
              <a:defRPr sz="2025" b="0">
                <a:solidFill>
                  <a:srgbClr val="25222A"/>
                </a:solidFill>
                <a:latin typeface="Be Vietnam Pro"/>
                <a:ea typeface="Be Vietnam Pro"/>
                <a:cs typeface="Be Vietnam Pro"/>
              </a:defRPr>
            </a:lvl6pPr>
            <a:lvl7pPr>
              <a:defRPr sz="2025" b="0">
                <a:solidFill>
                  <a:srgbClr val="25222A"/>
                </a:solidFill>
                <a:latin typeface="Be Vietnam Pro"/>
                <a:ea typeface="Be Vietnam Pro"/>
                <a:cs typeface="Be Vietnam Pro"/>
              </a:defRPr>
            </a:lvl7pPr>
            <a:lvl8pPr>
              <a:defRPr sz="2025" b="0">
                <a:solidFill>
                  <a:srgbClr val="25222A"/>
                </a:solidFill>
                <a:latin typeface="Be Vietnam Pro"/>
                <a:ea typeface="Be Vietnam Pro"/>
                <a:cs typeface="Be Vietnam Pro"/>
              </a:defRPr>
            </a:lvl8pPr>
            <a:lvl9pPr>
              <a:defRPr sz="2025" b="0">
                <a:solidFill>
                  <a:srgbClr val="25222A"/>
                </a:solidFill>
                <a:latin typeface="Be Vietnam Pro"/>
                <a:ea typeface="Be Vietnam Pro"/>
                <a:cs typeface="Be Vietnam Pro"/>
              </a:defRPr>
            </a:lvl9pPr>
          </a:lstStyle>
          <a:p xmlns:a="http://schemas.openxmlformats.org/drawingml/2006/main">
            <a:pPr>
              <a:lnSpc>
                <a:spcPct val="116000"/>
              </a:lnSpc>
              <a:buNone/>
              <a:defRPr sz="2025" b="0">
                <a:solidFill>
                  <a:srgbClr val="25222A"/>
                </a:solidFill>
                <a:latin typeface="Be Vietnam Pro"/>
                <a:ea typeface="Be Vietnam Pro"/>
                <a:cs typeface="Be Vietnam Pro"/>
              </a:defRPr>
            </a:pPr>
            <a:r>
              <a:rPr sz="2025" b="0">
                <a:solidFill>
                  <a:srgbClr val="25222A"/>
                </a:solidFill>
                <a:latin typeface="Be Vietnam Pro"/>
                <a:ea typeface="Be Vietnam Pro"/>
                <a:cs typeface="Be Vietnam Pro"/>
              </a:rPr>
              <a:t>Gemini integration</a:t>
            </a:r>
          </a:p>
        </p:txBody>
      </p:sp>
      <p:sp>
        <p:nvSpPr>
          <p:cNvPr id="15" name="body">
            <a:extLst xmlns:a="http://schemas.openxmlformats.org/drawingml/2006/main">
              <a:ext uri="{FF2B5EF4-FFF2-40B4-BE49-F238E27FC236}">
                <a16:creationId xmlns:a16="http://schemas.microsoft.com/office/drawing/2014/main" id="{497C7371-3126-40C8-9B52-BB3E84CA2FC0}"/>
              </a:ext>
            </a:extLst>
          </p:cNvPr>
          <p:cNvSpPr>
            <a:spLocks xmlns:a="http://schemas.openxmlformats.org/drawingml/2006/main" noGrp="1"/>
          </p:cNvSpPr>
          <p:nvPr/>
        </p:nvSpPr>
        <p:spPr>
          <a:xfrm xmlns:a="http://schemas.openxmlformats.org/drawingml/2006/main">
            <a:off x="3905250" y="5476875"/>
            <a:ext cx="7524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0">
                <a:solidFill>
                  <a:srgbClr val="665F68"/>
                </a:solidFill>
                <a:latin typeface="Be Vietnam Pro"/>
                <a:ea typeface="Be Vietnam Pro"/>
                <a:cs typeface="Be Vietnam Pro"/>
              </a:defRPr>
            </a:defPPr>
            <a:lvl1pPr>
              <a:defRPr sz="1725" b="0">
                <a:solidFill>
                  <a:srgbClr val="665F68"/>
                </a:solidFill>
                <a:latin typeface="Be Vietnam Pro"/>
                <a:ea typeface="Be Vietnam Pro"/>
                <a:cs typeface="Be Vietnam Pro"/>
              </a:defRPr>
            </a:lvl1pPr>
            <a:lvl2pPr>
              <a:defRPr sz="1725" b="0">
                <a:solidFill>
                  <a:srgbClr val="665F68"/>
                </a:solidFill>
                <a:latin typeface="Be Vietnam Pro"/>
                <a:ea typeface="Be Vietnam Pro"/>
                <a:cs typeface="Be Vietnam Pro"/>
              </a:defRPr>
            </a:lvl2pPr>
            <a:lvl3pPr>
              <a:defRPr sz="1725" b="0">
                <a:solidFill>
                  <a:srgbClr val="665F68"/>
                </a:solidFill>
                <a:latin typeface="Be Vietnam Pro"/>
                <a:ea typeface="Be Vietnam Pro"/>
                <a:cs typeface="Be Vietnam Pro"/>
              </a:defRPr>
            </a:lvl3pPr>
            <a:lvl4pPr>
              <a:defRPr sz="1725" b="0">
                <a:solidFill>
                  <a:srgbClr val="665F68"/>
                </a:solidFill>
                <a:latin typeface="Be Vietnam Pro"/>
                <a:ea typeface="Be Vietnam Pro"/>
                <a:cs typeface="Be Vietnam Pro"/>
              </a:defRPr>
            </a:lvl4pPr>
            <a:lvl5pPr>
              <a:defRPr sz="1725" b="0">
                <a:solidFill>
                  <a:srgbClr val="665F68"/>
                </a:solidFill>
                <a:latin typeface="Be Vietnam Pro"/>
                <a:ea typeface="Be Vietnam Pro"/>
                <a:cs typeface="Be Vietnam Pro"/>
              </a:defRPr>
            </a:lvl5pPr>
            <a:lvl6pPr>
              <a:defRPr sz="1725" b="0">
                <a:solidFill>
                  <a:srgbClr val="665F68"/>
                </a:solidFill>
                <a:latin typeface="Be Vietnam Pro"/>
                <a:ea typeface="Be Vietnam Pro"/>
                <a:cs typeface="Be Vietnam Pro"/>
              </a:defRPr>
            </a:lvl6pPr>
            <a:lvl7pPr>
              <a:defRPr sz="1725" b="0">
                <a:solidFill>
                  <a:srgbClr val="665F68"/>
                </a:solidFill>
                <a:latin typeface="Be Vietnam Pro"/>
                <a:ea typeface="Be Vietnam Pro"/>
                <a:cs typeface="Be Vietnam Pro"/>
              </a:defRPr>
            </a:lvl7pPr>
            <a:lvl8pPr>
              <a:defRPr sz="1725" b="0">
                <a:solidFill>
                  <a:srgbClr val="665F68"/>
                </a:solidFill>
                <a:latin typeface="Be Vietnam Pro"/>
                <a:ea typeface="Be Vietnam Pro"/>
                <a:cs typeface="Be Vietnam Pro"/>
              </a:defRPr>
            </a:lvl8pPr>
            <a:lvl9pPr>
              <a:defRPr sz="1725" b="0">
                <a:solidFill>
                  <a:srgbClr val="665F68"/>
                </a:solidFill>
                <a:latin typeface="Be Vietnam Pro"/>
                <a:ea typeface="Be Vietnam Pro"/>
                <a:cs typeface="Be Vietnam Pro"/>
              </a:defRPr>
            </a:lvl9pPr>
          </a:lstStyle>
          <a:p xmlns:a="http://schemas.openxmlformats.org/drawingml/2006/main">
            <a:pPr>
              <a:lnSpc>
                <a:spcPct val="116000"/>
              </a:lnSpc>
              <a:buNone/>
              <a:defRPr sz="1725" b="0">
                <a:solidFill>
                  <a:srgbClr val="665F68"/>
                </a:solidFill>
                <a:latin typeface="Be Vietnam Pro"/>
                <a:ea typeface="Be Vietnam Pro"/>
                <a:cs typeface="Be Vietnam Pro"/>
              </a:defRPr>
            </a:pPr>
            <a:r>
              <a:rPr sz="1725" b="0">
                <a:solidFill>
                  <a:srgbClr val="665F68"/>
                </a:solidFill>
                <a:latin typeface="Be Vietnam Pro"/>
                <a:ea typeface="Be Vietnam Pro"/>
                <a:cs typeface="Be Vietnam Pro"/>
              </a:rPr>
              <a:t>Guidance on documents and procedures</a:t>
            </a:r>
          </a:p>
        </p:txBody>
      </p:sp>
    </p:spTree>
    <p:extLst>
      <p:ext uri="{BB962C8B-B14F-4D97-AF65-F5344CB8AC3E}">
        <p14:creationId xmlns:p14="http://schemas.microsoft.com/office/powerpoint/2010/main" val="1512353081"/>
      </p:ext>
    </p:extLst>
  </p:cSld>
</p:sld>
</file>

<file path=ppt/slides/slide9.xml><?xml version="1.0" encoding="utf-8"?>
<p:sld xmlns:p="http://schemas.openxmlformats.org/presentationml/2006/main">
  <p:cSld>
    <p:bg>
      <p:bgPr>
        <a:solidFill xmlns:a="http://schemas.openxmlformats.org/drawingml/2006/main">
          <a:srgbClr val="74142A"/>
        </a:solidFill>
      </p:bgPr>
    </p:bg>
    <p:spTree>
      <p:nvGrpSpPr>
        <p:cNvPr id="1" name=""/>
        <p:cNvGrpSpPr/>
        <p:nvPr/>
      </p:nvGrpSpPr>
      <p:grpSpPr>
        <a:xfrm xmlns:a="http://schemas.openxmlformats.org/drawingml/2006/main"/>
      </p:grpSpPr>
      <p:pic>
        <p:nvPicPr>
          <p:cNvPr id="11" name="">
            <a:extLst xmlns:a="http://schemas.openxmlformats.org/drawingml/2006/main">
              <a:ext uri="{FF2B5EF4-FFF2-40B4-BE49-F238E27FC236}">
                <a16:creationId xmlns:a16="http://schemas.microsoft.com/office/drawing/2014/main" id="{2338E385-1837-4024-8E1F-192DA0A33F0C}"/>
              </a:ext>
            </a:extLst>
          </p:cNvPr>
          <p:cNvPicPr>
            <a:picLocks xmlns:a="http://schemas.openxmlformats.org/drawingml/2006/main" noChangeAspect="1"/>
          </p:cNvPicPr>
          <p:nvPr/>
        </p:nvPicPr>
        <p:blipFill>
          <a:blip xmlns:r="http://schemas.openxmlformats.org/officeDocument/2006/relationships" xmlns:a="http://schemas.openxmlformats.org/drawingml/2006/main" r:embed="R0922117a9d8e4c14">
            <a:extLst>
              <a:ext uri="{96DAC541-7B7A-43D3-8B79-37D633B846F1}">
                <asvg:svgBlip xmlns:asvg="http://schemas.microsoft.com/office/drawing/2016/SVG/main" r:embed="Rc4e4e2fa35334437"/>
              </a:ext>
            </a:extLst>
          </a:blip>
          <a:stretch xmlns:a="http://schemas.openxmlformats.org/drawingml/2006/main"/>
        </p:blipFill>
        <p:spPr>
          <a:xfrm xmlns:a="http://schemas.openxmlformats.org/drawingml/2006/main">
            <a:off x="609600" y="323850"/>
            <a:ext cx="1495425" cy="419100"/>
          </a:xfrm>
          <a:prstGeom xmlns:a="http://schemas.openxmlformats.org/drawingml/2006/main" prst="rect">
            <a:avLst/>
          </a:prstGeom>
        </p:spPr>
      </p:pic>
      <p:sp>
        <p:nvSpPr>
          <p:cNvPr id="2" name="title">
            <a:extLst xmlns:a="http://schemas.openxmlformats.org/drawingml/2006/main">
              <a:ext uri="{FF2B5EF4-FFF2-40B4-BE49-F238E27FC236}">
                <a16:creationId xmlns:a16="http://schemas.microsoft.com/office/drawing/2014/main" id="{15F770F3-6136-4FAD-8DF8-BA61ADEAB2D9}"/>
              </a:ext>
            </a:extLst>
          </p:cNvPr>
          <p:cNvSpPr>
            <a:spLocks xmlns:a="http://schemas.openxmlformats.org/drawingml/2006/main" noGrp="1"/>
          </p:cNvSpPr>
          <p:nvPr/>
        </p:nvSpPr>
        <p:spPr>
          <a:xfrm xmlns:a="http://schemas.openxmlformats.org/drawingml/2006/main">
            <a:off x="609600" y="1066800"/>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675" b="1">
                <a:solidFill>
                  <a:srgbClr val="FFFFFF"/>
                </a:solidFill>
                <a:latin typeface="Be Vietnam Pro"/>
                <a:ea typeface="Be Vietnam Pro"/>
                <a:cs typeface="Be Vietnam Pro"/>
              </a:defRPr>
            </a:defPPr>
            <a:lvl1pPr>
              <a:defRPr sz="3675" b="1">
                <a:solidFill>
                  <a:srgbClr val="FFFFFF"/>
                </a:solidFill>
                <a:latin typeface="Be Vietnam Pro"/>
                <a:ea typeface="Be Vietnam Pro"/>
                <a:cs typeface="Be Vietnam Pro"/>
              </a:defRPr>
            </a:lvl1pPr>
            <a:lvl2pPr>
              <a:defRPr sz="3675" b="1">
                <a:solidFill>
                  <a:srgbClr val="FFFFFF"/>
                </a:solidFill>
                <a:latin typeface="Be Vietnam Pro"/>
                <a:ea typeface="Be Vietnam Pro"/>
                <a:cs typeface="Be Vietnam Pro"/>
              </a:defRPr>
            </a:lvl2pPr>
            <a:lvl3pPr>
              <a:defRPr sz="3675" b="1">
                <a:solidFill>
                  <a:srgbClr val="FFFFFF"/>
                </a:solidFill>
                <a:latin typeface="Be Vietnam Pro"/>
                <a:ea typeface="Be Vietnam Pro"/>
                <a:cs typeface="Be Vietnam Pro"/>
              </a:defRPr>
            </a:lvl3pPr>
            <a:lvl4pPr>
              <a:defRPr sz="3675" b="1">
                <a:solidFill>
                  <a:srgbClr val="FFFFFF"/>
                </a:solidFill>
                <a:latin typeface="Be Vietnam Pro"/>
                <a:ea typeface="Be Vietnam Pro"/>
                <a:cs typeface="Be Vietnam Pro"/>
              </a:defRPr>
            </a:lvl4pPr>
            <a:lvl5pPr>
              <a:defRPr sz="3675" b="1">
                <a:solidFill>
                  <a:srgbClr val="FFFFFF"/>
                </a:solidFill>
                <a:latin typeface="Be Vietnam Pro"/>
                <a:ea typeface="Be Vietnam Pro"/>
                <a:cs typeface="Be Vietnam Pro"/>
              </a:defRPr>
            </a:lvl5pPr>
            <a:lvl6pPr>
              <a:defRPr sz="3675" b="1">
                <a:solidFill>
                  <a:srgbClr val="FFFFFF"/>
                </a:solidFill>
                <a:latin typeface="Be Vietnam Pro"/>
                <a:ea typeface="Be Vietnam Pro"/>
                <a:cs typeface="Be Vietnam Pro"/>
              </a:defRPr>
            </a:lvl6pPr>
            <a:lvl7pPr>
              <a:defRPr sz="3675" b="1">
                <a:solidFill>
                  <a:srgbClr val="FFFFFF"/>
                </a:solidFill>
                <a:latin typeface="Be Vietnam Pro"/>
                <a:ea typeface="Be Vietnam Pro"/>
                <a:cs typeface="Be Vietnam Pro"/>
              </a:defRPr>
            </a:lvl7pPr>
            <a:lvl8pPr>
              <a:defRPr sz="3675" b="1">
                <a:solidFill>
                  <a:srgbClr val="FFFFFF"/>
                </a:solidFill>
                <a:latin typeface="Be Vietnam Pro"/>
                <a:ea typeface="Be Vietnam Pro"/>
                <a:cs typeface="Be Vietnam Pro"/>
              </a:defRPr>
            </a:lvl8pPr>
            <a:lvl9pPr>
              <a:defRPr sz="3675" b="1">
                <a:solidFill>
                  <a:srgbClr val="FFFFFF"/>
                </a:solidFill>
                <a:latin typeface="Be Vietnam Pro"/>
                <a:ea typeface="Be Vietnam Pro"/>
                <a:cs typeface="Be Vietnam Pro"/>
              </a:defRPr>
            </a:lvl9pPr>
          </a:lstStyle>
          <a:p xmlns:a="http://schemas.openxmlformats.org/drawingml/2006/main">
            <a:pPr>
              <a:lnSpc>
                <a:spcPct val="116000"/>
              </a:lnSpc>
              <a:buNone/>
              <a:defRPr sz="3675" b="1">
                <a:solidFill>
                  <a:srgbClr val="FFFFFF"/>
                </a:solidFill>
                <a:latin typeface="Be Vietnam Pro"/>
                <a:ea typeface="Be Vietnam Pro"/>
                <a:cs typeface="Be Vietnam Pro"/>
              </a:defRPr>
            </a:pPr>
            <a:r>
              <a:rPr sz="3675" b="1">
                <a:solidFill>
                  <a:srgbClr val="FFFFFF"/>
                </a:solidFill>
                <a:latin typeface="Be Vietnam Pro"/>
                <a:ea typeface="Be Vietnam Pro"/>
                <a:cs typeface="Be Vietnam Pro"/>
              </a:rPr>
              <a:t>Recognition for the team’s prototype</a:t>
            </a:r>
          </a:p>
        </p:txBody>
      </p:sp>
      <p:sp>
        <p:nvSpPr>
          <p:cNvPr id="3" name="page">
            <a:extLst xmlns:a="http://schemas.openxmlformats.org/drawingml/2006/main">
              <a:ext uri="{FF2B5EF4-FFF2-40B4-BE49-F238E27FC236}">
                <a16:creationId xmlns:a16="http://schemas.microsoft.com/office/drawing/2014/main" id="{4E0E9D3A-72EE-49A3-B8D4-538434A9E28C}"/>
              </a:ext>
            </a:extLst>
          </p:cNvPr>
          <p:cNvSpPr>
            <a:spLocks xmlns:a="http://schemas.openxmlformats.org/drawingml/2006/main" noGrp="1"/>
          </p:cNvSpPr>
          <p:nvPr/>
        </p:nvSpPr>
        <p:spPr>
          <a:xfrm xmlns:a="http://schemas.openxmlformats.org/drawingml/2006/main">
            <a:off x="11144250" y="6315075"/>
            <a:ext cx="4381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a:solidFill>
                  <a:srgbClr val="F1DCE2"/>
                </a:solidFill>
                <a:latin typeface="Be Vietnam Pro"/>
                <a:ea typeface="Be Vietnam Pro"/>
                <a:cs typeface="Be Vietnam Pro"/>
              </a:defRPr>
            </a:defPPr>
            <a:lvl1pPr>
              <a:defRPr sz="1200">
                <a:solidFill>
                  <a:srgbClr val="F1DCE2"/>
                </a:solidFill>
                <a:latin typeface="Be Vietnam Pro"/>
                <a:ea typeface="Be Vietnam Pro"/>
                <a:cs typeface="Be Vietnam Pro"/>
              </a:defRPr>
            </a:lvl1pPr>
            <a:lvl2pPr>
              <a:defRPr sz="1200">
                <a:solidFill>
                  <a:srgbClr val="F1DCE2"/>
                </a:solidFill>
                <a:latin typeface="Be Vietnam Pro"/>
                <a:ea typeface="Be Vietnam Pro"/>
                <a:cs typeface="Be Vietnam Pro"/>
              </a:defRPr>
            </a:lvl2pPr>
            <a:lvl3pPr>
              <a:defRPr sz="1200">
                <a:solidFill>
                  <a:srgbClr val="F1DCE2"/>
                </a:solidFill>
                <a:latin typeface="Be Vietnam Pro"/>
                <a:ea typeface="Be Vietnam Pro"/>
                <a:cs typeface="Be Vietnam Pro"/>
              </a:defRPr>
            </a:lvl3pPr>
            <a:lvl4pPr>
              <a:defRPr sz="1200">
                <a:solidFill>
                  <a:srgbClr val="F1DCE2"/>
                </a:solidFill>
                <a:latin typeface="Be Vietnam Pro"/>
                <a:ea typeface="Be Vietnam Pro"/>
                <a:cs typeface="Be Vietnam Pro"/>
              </a:defRPr>
            </a:lvl4pPr>
            <a:lvl5pPr>
              <a:defRPr sz="1200">
                <a:solidFill>
                  <a:srgbClr val="F1DCE2"/>
                </a:solidFill>
                <a:latin typeface="Be Vietnam Pro"/>
                <a:ea typeface="Be Vietnam Pro"/>
                <a:cs typeface="Be Vietnam Pro"/>
              </a:defRPr>
            </a:lvl5pPr>
            <a:lvl6pPr>
              <a:defRPr sz="1200">
                <a:solidFill>
                  <a:srgbClr val="F1DCE2"/>
                </a:solidFill>
                <a:latin typeface="Be Vietnam Pro"/>
                <a:ea typeface="Be Vietnam Pro"/>
                <a:cs typeface="Be Vietnam Pro"/>
              </a:defRPr>
            </a:lvl6pPr>
            <a:lvl7pPr>
              <a:defRPr sz="1200">
                <a:solidFill>
                  <a:srgbClr val="F1DCE2"/>
                </a:solidFill>
                <a:latin typeface="Be Vietnam Pro"/>
                <a:ea typeface="Be Vietnam Pro"/>
                <a:cs typeface="Be Vietnam Pro"/>
              </a:defRPr>
            </a:lvl7pPr>
            <a:lvl8pPr>
              <a:defRPr sz="1200">
                <a:solidFill>
                  <a:srgbClr val="F1DCE2"/>
                </a:solidFill>
                <a:latin typeface="Be Vietnam Pro"/>
                <a:ea typeface="Be Vietnam Pro"/>
                <a:cs typeface="Be Vietnam Pro"/>
              </a:defRPr>
            </a:lvl8pPr>
            <a:lvl9pPr>
              <a:defRPr sz="1200">
                <a:solidFill>
                  <a:srgbClr val="F1DCE2"/>
                </a:solidFill>
                <a:latin typeface="Be Vietnam Pro"/>
                <a:ea typeface="Be Vietnam Pro"/>
                <a:cs typeface="Be Vietnam Pro"/>
              </a:defRPr>
            </a:lvl9pPr>
          </a:lstStyle>
          <a:p xmlns:a="http://schemas.openxmlformats.org/drawingml/2006/main">
            <a:pPr>
              <a:defRPr sz="1200">
                <a:solidFill>
                  <a:srgbClr val="F1DCE2"/>
                </a:solidFill>
                <a:latin typeface="Be Vietnam Pro"/>
                <a:ea typeface="Be Vietnam Pro"/>
                <a:cs typeface="Be Vietnam Pro"/>
              </a:defRPr>
            </a:pPr>
            <a:r>
              <a:rPr sz="1200">
                <a:solidFill>
                  <a:srgbClr val="F1DCE2"/>
                </a:solidFill>
                <a:latin typeface="Be Vietnam Pro"/>
                <a:ea typeface="Be Vietnam Pro"/>
                <a:cs typeface="Be Vietnam Pro"/>
              </a:rPr>
              <a:t>09</a:t>
            </a:r>
          </a:p>
        </p:txBody>
      </p:sp>
      <p:sp>
        <p:nvSpPr>
          <p:cNvPr id="4" name="body">
            <a:extLst xmlns:a="http://schemas.openxmlformats.org/drawingml/2006/main">
              <a:ext uri="{FF2B5EF4-FFF2-40B4-BE49-F238E27FC236}">
                <a16:creationId xmlns:a16="http://schemas.microsoft.com/office/drawing/2014/main" id="{8433E757-0FB2-4467-BF57-C50CB24C550E}"/>
              </a:ext>
            </a:extLst>
          </p:cNvPr>
          <p:cNvSpPr>
            <a:spLocks xmlns:a="http://schemas.openxmlformats.org/drawingml/2006/main" noGrp="1"/>
          </p:cNvSpPr>
          <p:nvPr/>
        </p:nvSpPr>
        <p:spPr>
          <a:xfrm xmlns:a="http://schemas.openxmlformats.org/drawingml/2006/main">
            <a:off x="609600" y="2543175"/>
            <a:ext cx="6286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6150" b="1">
                <a:solidFill>
                  <a:srgbClr val="FFFFFF"/>
                </a:solidFill>
                <a:latin typeface="Be Vietnam Pro"/>
                <a:ea typeface="Be Vietnam Pro"/>
                <a:cs typeface="Be Vietnam Pro"/>
              </a:defRPr>
            </a:defPPr>
            <a:lvl1pPr>
              <a:defRPr sz="6150" b="1">
                <a:solidFill>
                  <a:srgbClr val="FFFFFF"/>
                </a:solidFill>
                <a:latin typeface="Be Vietnam Pro"/>
                <a:ea typeface="Be Vietnam Pro"/>
                <a:cs typeface="Be Vietnam Pro"/>
              </a:defRPr>
            </a:lvl1pPr>
            <a:lvl2pPr>
              <a:defRPr sz="6150" b="1">
                <a:solidFill>
                  <a:srgbClr val="FFFFFF"/>
                </a:solidFill>
                <a:latin typeface="Be Vietnam Pro"/>
                <a:ea typeface="Be Vietnam Pro"/>
                <a:cs typeface="Be Vietnam Pro"/>
              </a:defRPr>
            </a:lvl2pPr>
            <a:lvl3pPr>
              <a:defRPr sz="6150" b="1">
                <a:solidFill>
                  <a:srgbClr val="FFFFFF"/>
                </a:solidFill>
                <a:latin typeface="Be Vietnam Pro"/>
                <a:ea typeface="Be Vietnam Pro"/>
                <a:cs typeface="Be Vietnam Pro"/>
              </a:defRPr>
            </a:lvl3pPr>
            <a:lvl4pPr>
              <a:defRPr sz="6150" b="1">
                <a:solidFill>
                  <a:srgbClr val="FFFFFF"/>
                </a:solidFill>
                <a:latin typeface="Be Vietnam Pro"/>
                <a:ea typeface="Be Vietnam Pro"/>
                <a:cs typeface="Be Vietnam Pro"/>
              </a:defRPr>
            </a:lvl4pPr>
            <a:lvl5pPr>
              <a:defRPr sz="6150" b="1">
                <a:solidFill>
                  <a:srgbClr val="FFFFFF"/>
                </a:solidFill>
                <a:latin typeface="Be Vietnam Pro"/>
                <a:ea typeface="Be Vietnam Pro"/>
                <a:cs typeface="Be Vietnam Pro"/>
              </a:defRPr>
            </a:lvl5pPr>
            <a:lvl6pPr>
              <a:defRPr sz="6150" b="1">
                <a:solidFill>
                  <a:srgbClr val="FFFFFF"/>
                </a:solidFill>
                <a:latin typeface="Be Vietnam Pro"/>
                <a:ea typeface="Be Vietnam Pro"/>
                <a:cs typeface="Be Vietnam Pro"/>
              </a:defRPr>
            </a:lvl6pPr>
            <a:lvl7pPr>
              <a:defRPr sz="6150" b="1">
                <a:solidFill>
                  <a:srgbClr val="FFFFFF"/>
                </a:solidFill>
                <a:latin typeface="Be Vietnam Pro"/>
                <a:ea typeface="Be Vietnam Pro"/>
                <a:cs typeface="Be Vietnam Pro"/>
              </a:defRPr>
            </a:lvl7pPr>
            <a:lvl8pPr>
              <a:defRPr sz="6150" b="1">
                <a:solidFill>
                  <a:srgbClr val="FFFFFF"/>
                </a:solidFill>
                <a:latin typeface="Be Vietnam Pro"/>
                <a:ea typeface="Be Vietnam Pro"/>
                <a:cs typeface="Be Vietnam Pro"/>
              </a:defRPr>
            </a:lvl8pPr>
            <a:lvl9pPr>
              <a:defRPr sz="6150" b="1">
                <a:solidFill>
                  <a:srgbClr val="FFFFFF"/>
                </a:solidFill>
                <a:latin typeface="Be Vietnam Pro"/>
                <a:ea typeface="Be Vietnam Pro"/>
                <a:cs typeface="Be Vietnam Pro"/>
              </a:defRPr>
            </a:lvl9pPr>
          </a:lstStyle>
          <a:p xmlns:a="http://schemas.openxmlformats.org/drawingml/2006/main">
            <a:pPr>
              <a:lnSpc>
                <a:spcPct val="116000"/>
              </a:lnSpc>
              <a:buNone/>
              <a:defRPr sz="6150" b="1">
                <a:solidFill>
                  <a:srgbClr val="FFFFFF"/>
                </a:solidFill>
                <a:latin typeface="Be Vietnam Pro"/>
                <a:ea typeface="Be Vietnam Pro"/>
                <a:cs typeface="Be Vietnam Pro"/>
              </a:defRPr>
            </a:pPr>
            <a:r>
              <a:rPr sz="6150" b="1">
                <a:solidFill>
                  <a:srgbClr val="FFFFFF"/>
                </a:solidFill>
                <a:latin typeface="Be Vietnam Pro"/>
                <a:ea typeface="Be Vietnam Pro"/>
                <a:cs typeface="Be Vietnam Pro"/>
              </a:rPr>
              <a:t>First Prize</a:t>
            </a:r>
          </a:p>
        </p:txBody>
      </p:sp>
      <p:sp>
        <p:nvSpPr>
          <p:cNvPr id="5" name="body">
            <a:extLst xmlns:a="http://schemas.openxmlformats.org/drawingml/2006/main">
              <a:ext uri="{FF2B5EF4-FFF2-40B4-BE49-F238E27FC236}">
                <a16:creationId xmlns:a16="http://schemas.microsoft.com/office/drawing/2014/main" id="{8CAFF3CE-FE70-4705-A2B7-180597E64EAE}"/>
              </a:ext>
            </a:extLst>
          </p:cNvPr>
          <p:cNvSpPr>
            <a:spLocks xmlns:a="http://schemas.openxmlformats.org/drawingml/2006/main" noGrp="1"/>
          </p:cNvSpPr>
          <p:nvPr/>
        </p:nvSpPr>
        <p:spPr>
          <a:xfrm xmlns:a="http://schemas.openxmlformats.org/drawingml/2006/main">
            <a:off x="609600" y="3695700"/>
            <a:ext cx="5619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1">
                <a:solidFill>
                  <a:srgbClr val="FFFFFF"/>
                </a:solidFill>
                <a:latin typeface="Be Vietnam Pro"/>
                <a:ea typeface="Be Vietnam Pro"/>
                <a:cs typeface="Be Vietnam Pro"/>
              </a:defRPr>
            </a:defPPr>
            <a:lvl1pPr>
              <a:defRPr sz="2250" b="1">
                <a:solidFill>
                  <a:srgbClr val="FFFFFF"/>
                </a:solidFill>
                <a:latin typeface="Be Vietnam Pro"/>
                <a:ea typeface="Be Vietnam Pro"/>
                <a:cs typeface="Be Vietnam Pro"/>
              </a:defRPr>
            </a:lvl1pPr>
            <a:lvl2pPr>
              <a:defRPr sz="2250" b="1">
                <a:solidFill>
                  <a:srgbClr val="FFFFFF"/>
                </a:solidFill>
                <a:latin typeface="Be Vietnam Pro"/>
                <a:ea typeface="Be Vietnam Pro"/>
                <a:cs typeface="Be Vietnam Pro"/>
              </a:defRPr>
            </a:lvl2pPr>
            <a:lvl3pPr>
              <a:defRPr sz="2250" b="1">
                <a:solidFill>
                  <a:srgbClr val="FFFFFF"/>
                </a:solidFill>
                <a:latin typeface="Be Vietnam Pro"/>
                <a:ea typeface="Be Vietnam Pro"/>
                <a:cs typeface="Be Vietnam Pro"/>
              </a:defRPr>
            </a:lvl3pPr>
            <a:lvl4pPr>
              <a:defRPr sz="2250" b="1">
                <a:solidFill>
                  <a:srgbClr val="FFFFFF"/>
                </a:solidFill>
                <a:latin typeface="Be Vietnam Pro"/>
                <a:ea typeface="Be Vietnam Pro"/>
                <a:cs typeface="Be Vietnam Pro"/>
              </a:defRPr>
            </a:lvl4pPr>
            <a:lvl5pPr>
              <a:defRPr sz="2250" b="1">
                <a:solidFill>
                  <a:srgbClr val="FFFFFF"/>
                </a:solidFill>
                <a:latin typeface="Be Vietnam Pro"/>
                <a:ea typeface="Be Vietnam Pro"/>
                <a:cs typeface="Be Vietnam Pro"/>
              </a:defRPr>
            </a:lvl5pPr>
            <a:lvl6pPr>
              <a:defRPr sz="2250" b="1">
                <a:solidFill>
                  <a:srgbClr val="FFFFFF"/>
                </a:solidFill>
                <a:latin typeface="Be Vietnam Pro"/>
                <a:ea typeface="Be Vietnam Pro"/>
                <a:cs typeface="Be Vietnam Pro"/>
              </a:defRPr>
            </a:lvl6pPr>
            <a:lvl7pPr>
              <a:defRPr sz="2250" b="1">
                <a:solidFill>
                  <a:srgbClr val="FFFFFF"/>
                </a:solidFill>
                <a:latin typeface="Be Vietnam Pro"/>
                <a:ea typeface="Be Vietnam Pro"/>
                <a:cs typeface="Be Vietnam Pro"/>
              </a:defRPr>
            </a:lvl7pPr>
            <a:lvl8pPr>
              <a:defRPr sz="2250" b="1">
                <a:solidFill>
                  <a:srgbClr val="FFFFFF"/>
                </a:solidFill>
                <a:latin typeface="Be Vietnam Pro"/>
                <a:ea typeface="Be Vietnam Pro"/>
                <a:cs typeface="Be Vietnam Pro"/>
              </a:defRPr>
            </a:lvl8pPr>
            <a:lvl9pPr>
              <a:defRPr sz="2250" b="1">
                <a:solidFill>
                  <a:srgbClr val="FFFFFF"/>
                </a:solidFill>
                <a:latin typeface="Be Vietnam Pro"/>
                <a:ea typeface="Be Vietnam Pro"/>
                <a:cs typeface="Be Vietnam Pro"/>
              </a:defRPr>
            </a:lvl9pPr>
          </a:lstStyle>
          <a:p xmlns:a="http://schemas.openxmlformats.org/drawingml/2006/main">
            <a:pPr>
              <a:lnSpc>
                <a:spcPct val="116000"/>
              </a:lnSpc>
              <a:buNone/>
              <a:defRPr sz="2250" b="1">
                <a:solidFill>
                  <a:srgbClr val="FFFFFF"/>
                </a:solidFill>
                <a:latin typeface="Be Vietnam Pro"/>
                <a:ea typeface="Be Vietnam Pro"/>
                <a:cs typeface="Be Vietnam Pro"/>
              </a:defRPr>
            </a:pPr>
            <a:r>
              <a:rPr sz="2250" b="1">
                <a:solidFill>
                  <a:srgbClr val="FFFFFF"/>
                </a:solidFill>
                <a:latin typeface="Be Vietnam Pro"/>
                <a:ea typeface="Be Vietnam Pro"/>
                <a:cs typeface="Be Vietnam Pro"/>
              </a:rPr>
              <a:t>IT Hackathon 2025</a:t>
            </a:r>
          </a:p>
        </p:txBody>
      </p:sp>
      <p:sp>
        <p:nvSpPr>
          <p:cNvPr id="6" name="body">
            <a:extLst xmlns:a="http://schemas.openxmlformats.org/drawingml/2006/main">
              <a:ext uri="{FF2B5EF4-FFF2-40B4-BE49-F238E27FC236}">
                <a16:creationId xmlns:a16="http://schemas.microsoft.com/office/drawing/2014/main" id="{293F6767-6B81-4B8C-AB01-081D702D1FDF}"/>
              </a:ext>
            </a:extLst>
          </p:cNvPr>
          <p:cNvSpPr>
            <a:spLocks xmlns:a="http://schemas.openxmlformats.org/drawingml/2006/main" noGrp="1"/>
          </p:cNvSpPr>
          <p:nvPr/>
        </p:nvSpPr>
        <p:spPr>
          <a:xfrm xmlns:a="http://schemas.openxmlformats.org/drawingml/2006/main">
            <a:off x="609600" y="4267200"/>
            <a:ext cx="5429250" cy="1276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0">
                <a:solidFill>
                  <a:srgbClr val="F1DCE2"/>
                </a:solidFill>
                <a:latin typeface="Be Vietnam Pro"/>
                <a:ea typeface="Be Vietnam Pro"/>
                <a:cs typeface="Be Vietnam Pro"/>
              </a:defRPr>
            </a:defPPr>
            <a:lvl1pPr>
              <a:defRPr sz="2025" b="0">
                <a:solidFill>
                  <a:srgbClr val="F1DCE2"/>
                </a:solidFill>
                <a:latin typeface="Be Vietnam Pro"/>
                <a:ea typeface="Be Vietnam Pro"/>
                <a:cs typeface="Be Vietnam Pro"/>
              </a:defRPr>
            </a:lvl1pPr>
            <a:lvl2pPr>
              <a:defRPr sz="2025" b="0">
                <a:solidFill>
                  <a:srgbClr val="F1DCE2"/>
                </a:solidFill>
                <a:latin typeface="Be Vietnam Pro"/>
                <a:ea typeface="Be Vietnam Pro"/>
                <a:cs typeface="Be Vietnam Pro"/>
              </a:defRPr>
            </a:lvl2pPr>
            <a:lvl3pPr>
              <a:defRPr sz="2025" b="0">
                <a:solidFill>
                  <a:srgbClr val="F1DCE2"/>
                </a:solidFill>
                <a:latin typeface="Be Vietnam Pro"/>
                <a:ea typeface="Be Vietnam Pro"/>
                <a:cs typeface="Be Vietnam Pro"/>
              </a:defRPr>
            </a:lvl3pPr>
            <a:lvl4pPr>
              <a:defRPr sz="2025" b="0">
                <a:solidFill>
                  <a:srgbClr val="F1DCE2"/>
                </a:solidFill>
                <a:latin typeface="Be Vietnam Pro"/>
                <a:ea typeface="Be Vietnam Pro"/>
                <a:cs typeface="Be Vietnam Pro"/>
              </a:defRPr>
            </a:lvl4pPr>
            <a:lvl5pPr>
              <a:defRPr sz="2025" b="0">
                <a:solidFill>
                  <a:srgbClr val="F1DCE2"/>
                </a:solidFill>
                <a:latin typeface="Be Vietnam Pro"/>
                <a:ea typeface="Be Vietnam Pro"/>
                <a:cs typeface="Be Vietnam Pro"/>
              </a:defRPr>
            </a:lvl5pPr>
            <a:lvl6pPr>
              <a:defRPr sz="2025" b="0">
                <a:solidFill>
                  <a:srgbClr val="F1DCE2"/>
                </a:solidFill>
                <a:latin typeface="Be Vietnam Pro"/>
                <a:ea typeface="Be Vietnam Pro"/>
                <a:cs typeface="Be Vietnam Pro"/>
              </a:defRPr>
            </a:lvl6pPr>
            <a:lvl7pPr>
              <a:defRPr sz="2025" b="0">
                <a:solidFill>
                  <a:srgbClr val="F1DCE2"/>
                </a:solidFill>
                <a:latin typeface="Be Vietnam Pro"/>
                <a:ea typeface="Be Vietnam Pro"/>
                <a:cs typeface="Be Vietnam Pro"/>
              </a:defRPr>
            </a:lvl7pPr>
            <a:lvl8pPr>
              <a:defRPr sz="2025" b="0">
                <a:solidFill>
                  <a:srgbClr val="F1DCE2"/>
                </a:solidFill>
                <a:latin typeface="Be Vietnam Pro"/>
                <a:ea typeface="Be Vietnam Pro"/>
                <a:cs typeface="Be Vietnam Pro"/>
              </a:defRPr>
            </a:lvl8pPr>
            <a:lvl9pPr>
              <a:defRPr sz="2025" b="0">
                <a:solidFill>
                  <a:srgbClr val="F1DCE2"/>
                </a:solidFill>
                <a:latin typeface="Be Vietnam Pro"/>
                <a:ea typeface="Be Vietnam Pro"/>
                <a:cs typeface="Be Vietnam Pro"/>
              </a:defRPr>
            </a:lvl9pPr>
          </a:lstStyle>
          <a:p xmlns:a="http://schemas.openxmlformats.org/drawingml/2006/main">
            <a:pPr>
              <a:lnSpc>
                <a:spcPct val="116000"/>
              </a:lnSpc>
              <a:buNone/>
              <a:defRPr sz="2025" b="0">
                <a:solidFill>
                  <a:srgbClr val="F1DCE2"/>
                </a:solidFill>
                <a:latin typeface="Be Vietnam Pro"/>
                <a:ea typeface="Be Vietnam Pro"/>
                <a:cs typeface="Be Vietnam Pro"/>
              </a:defRPr>
            </a:pPr>
            <a:r>
              <a:rPr sz="2025" b="0">
                <a:solidFill>
                  <a:srgbClr val="F1DCE2"/>
                </a:solidFill>
                <a:latin typeface="Be Vietnam Pro"/>
                <a:ea typeface="Be Vietnam Pro"/>
                <a:cs typeface="Be Vietnam Pro"/>
              </a:rPr>
              <a:t>Solana Pragmatic</a:t>
            </a:r>
          </a:p>
          <a:p xmlns:a="http://schemas.openxmlformats.org/drawingml/2006/main">
            <a:pPr>
              <a:lnSpc>
                <a:spcPct val="116000"/>
              </a:lnSpc>
              <a:buNone/>
              <a:defRPr sz="2025" b="0">
                <a:solidFill>
                  <a:srgbClr val="F1DCE2"/>
                </a:solidFill>
                <a:latin typeface="Be Vietnam Pro"/>
                <a:ea typeface="Be Vietnam Pro"/>
                <a:cs typeface="Be Vietnam Pro"/>
              </a:defRPr>
            </a:pPr>
            <a:r>
              <a:rPr sz="2025" b="0">
                <a:solidFill>
                  <a:srgbClr val="F1DCE2"/>
                </a:solidFill>
                <a:latin typeface="Be Vietnam Pro"/>
                <a:ea typeface="Be Vietnam Pro"/>
                <a:cs typeface="Be Vietnam Pro"/>
              </a:rPr>
              <a:t>International University, VNUHCM</a:t>
            </a:r>
          </a:p>
          <a:p xmlns:a="http://schemas.openxmlformats.org/drawingml/2006/main">
            <a:pPr>
              <a:lnSpc>
                <a:spcPct val="116000"/>
              </a:lnSpc>
              <a:buNone/>
              <a:defRPr sz="2025" b="0">
                <a:solidFill>
                  <a:srgbClr val="F1DCE2"/>
                </a:solidFill>
                <a:latin typeface="Be Vietnam Pro"/>
                <a:ea typeface="Be Vietnam Pro"/>
                <a:cs typeface="Be Vietnam Pro"/>
              </a:defRPr>
            </a:pPr>
            <a:r>
              <a:rPr sz="2025" b="0">
                <a:solidFill>
                  <a:srgbClr val="F1DCE2"/>
                </a:solidFill>
                <a:latin typeface="Be Vietnam Pro"/>
                <a:ea typeface="Be Vietnam Pro"/>
                <a:cs typeface="Be Vietnam Pro"/>
              </a:rPr>
              <a:t>May 2025</a:t>
            </a:r>
          </a:p>
        </p:txBody>
      </p:sp>
      <p:sp>
        <p:nvSpPr>
          <p:cNvPr id="7" name="body">
            <a:extLst xmlns:a="http://schemas.openxmlformats.org/drawingml/2006/main">
              <a:ext uri="{FF2B5EF4-FFF2-40B4-BE49-F238E27FC236}">
                <a16:creationId xmlns:a16="http://schemas.microsoft.com/office/drawing/2014/main" id="{F9EAED9E-CB2F-45B2-B702-3557DFFBF6DE}"/>
              </a:ext>
            </a:extLst>
          </p:cNvPr>
          <p:cNvSpPr>
            <a:spLocks xmlns:a="http://schemas.openxmlformats.org/drawingml/2006/main" noGrp="1"/>
          </p:cNvSpPr>
          <p:nvPr/>
        </p:nvSpPr>
        <p:spPr>
          <a:xfrm xmlns:a="http://schemas.openxmlformats.org/drawingml/2006/main">
            <a:off x="7667625" y="2628900"/>
            <a:ext cx="3810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5175" b="1">
                <a:solidFill>
                  <a:srgbClr val="FFFFFF"/>
                </a:solidFill>
                <a:latin typeface="Be Vietnam Pro"/>
                <a:ea typeface="Be Vietnam Pro"/>
                <a:cs typeface="Be Vietnam Pro"/>
              </a:defRPr>
            </a:defPPr>
            <a:lvl1pPr>
              <a:defRPr sz="5175" b="1">
                <a:solidFill>
                  <a:srgbClr val="FFFFFF"/>
                </a:solidFill>
                <a:latin typeface="Be Vietnam Pro"/>
                <a:ea typeface="Be Vietnam Pro"/>
                <a:cs typeface="Be Vietnam Pro"/>
              </a:defRPr>
            </a:lvl1pPr>
            <a:lvl2pPr>
              <a:defRPr sz="5175" b="1">
                <a:solidFill>
                  <a:srgbClr val="FFFFFF"/>
                </a:solidFill>
                <a:latin typeface="Be Vietnam Pro"/>
                <a:ea typeface="Be Vietnam Pro"/>
                <a:cs typeface="Be Vietnam Pro"/>
              </a:defRPr>
            </a:lvl2pPr>
            <a:lvl3pPr>
              <a:defRPr sz="5175" b="1">
                <a:solidFill>
                  <a:srgbClr val="FFFFFF"/>
                </a:solidFill>
                <a:latin typeface="Be Vietnam Pro"/>
                <a:ea typeface="Be Vietnam Pro"/>
                <a:cs typeface="Be Vietnam Pro"/>
              </a:defRPr>
            </a:lvl3pPr>
            <a:lvl4pPr>
              <a:defRPr sz="5175" b="1">
                <a:solidFill>
                  <a:srgbClr val="FFFFFF"/>
                </a:solidFill>
                <a:latin typeface="Be Vietnam Pro"/>
                <a:ea typeface="Be Vietnam Pro"/>
                <a:cs typeface="Be Vietnam Pro"/>
              </a:defRPr>
            </a:lvl4pPr>
            <a:lvl5pPr>
              <a:defRPr sz="5175" b="1">
                <a:solidFill>
                  <a:srgbClr val="FFFFFF"/>
                </a:solidFill>
                <a:latin typeface="Be Vietnam Pro"/>
                <a:ea typeface="Be Vietnam Pro"/>
                <a:cs typeface="Be Vietnam Pro"/>
              </a:defRPr>
            </a:lvl5pPr>
            <a:lvl6pPr>
              <a:defRPr sz="5175" b="1">
                <a:solidFill>
                  <a:srgbClr val="FFFFFF"/>
                </a:solidFill>
                <a:latin typeface="Be Vietnam Pro"/>
                <a:ea typeface="Be Vietnam Pro"/>
                <a:cs typeface="Be Vietnam Pro"/>
              </a:defRPr>
            </a:lvl6pPr>
            <a:lvl7pPr>
              <a:defRPr sz="5175" b="1">
                <a:solidFill>
                  <a:srgbClr val="FFFFFF"/>
                </a:solidFill>
                <a:latin typeface="Be Vietnam Pro"/>
                <a:ea typeface="Be Vietnam Pro"/>
                <a:cs typeface="Be Vietnam Pro"/>
              </a:defRPr>
            </a:lvl7pPr>
            <a:lvl8pPr>
              <a:defRPr sz="5175" b="1">
                <a:solidFill>
                  <a:srgbClr val="FFFFFF"/>
                </a:solidFill>
                <a:latin typeface="Be Vietnam Pro"/>
                <a:ea typeface="Be Vietnam Pro"/>
                <a:cs typeface="Be Vietnam Pro"/>
              </a:defRPr>
            </a:lvl8pPr>
            <a:lvl9pPr>
              <a:defRPr sz="5175" b="1">
                <a:solidFill>
                  <a:srgbClr val="FFFFFF"/>
                </a:solidFill>
                <a:latin typeface="Be Vietnam Pro"/>
                <a:ea typeface="Be Vietnam Pro"/>
                <a:cs typeface="Be Vietnam Pro"/>
              </a:defRPr>
            </a:lvl9pPr>
          </a:lstStyle>
          <a:p xmlns:a="http://schemas.openxmlformats.org/drawingml/2006/main">
            <a:pPr>
              <a:lnSpc>
                <a:spcPct val="116000"/>
              </a:lnSpc>
              <a:buNone/>
              <a:defRPr sz="5175" b="1">
                <a:solidFill>
                  <a:srgbClr val="FFFFFF"/>
                </a:solidFill>
                <a:latin typeface="Be Vietnam Pro"/>
                <a:ea typeface="Be Vietnam Pro"/>
                <a:cs typeface="Be Vietnam Pro"/>
              </a:defRPr>
            </a:pPr>
            <a:r>
              <a:rPr sz="5175" b="1">
                <a:solidFill>
                  <a:srgbClr val="FFFFFF"/>
                </a:solidFill>
                <a:latin typeface="Be Vietnam Pro"/>
                <a:ea typeface="Be Vietnam Pro"/>
                <a:cs typeface="Be Vietnam Pro"/>
              </a:rPr>
              <a:t>Top 30</a:t>
            </a:r>
          </a:p>
        </p:txBody>
      </p:sp>
      <p:sp>
        <p:nvSpPr>
          <p:cNvPr id="8" name="body">
            <a:extLst xmlns:a="http://schemas.openxmlformats.org/drawingml/2006/main">
              <a:ext uri="{FF2B5EF4-FFF2-40B4-BE49-F238E27FC236}">
                <a16:creationId xmlns:a16="http://schemas.microsoft.com/office/drawing/2014/main" id="{B972096B-E30E-4895-9E27-23432F2F70BC}"/>
              </a:ext>
            </a:extLst>
          </p:cNvPr>
          <p:cNvSpPr>
            <a:spLocks xmlns:a="http://schemas.openxmlformats.org/drawingml/2006/main" noGrp="1"/>
          </p:cNvSpPr>
          <p:nvPr/>
        </p:nvSpPr>
        <p:spPr>
          <a:xfrm xmlns:a="http://schemas.openxmlformats.org/drawingml/2006/main">
            <a:off x="7667625" y="3695700"/>
            <a:ext cx="3810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1">
                <a:solidFill>
                  <a:srgbClr val="FFFFFF"/>
                </a:solidFill>
                <a:latin typeface="Be Vietnam Pro"/>
                <a:ea typeface="Be Vietnam Pro"/>
                <a:cs typeface="Be Vietnam Pro"/>
              </a:defRPr>
            </a:defPPr>
            <a:lvl1pPr>
              <a:defRPr sz="2175" b="1">
                <a:solidFill>
                  <a:srgbClr val="FFFFFF"/>
                </a:solidFill>
                <a:latin typeface="Be Vietnam Pro"/>
                <a:ea typeface="Be Vietnam Pro"/>
                <a:cs typeface="Be Vietnam Pro"/>
              </a:defRPr>
            </a:lvl1pPr>
            <a:lvl2pPr>
              <a:defRPr sz="2175" b="1">
                <a:solidFill>
                  <a:srgbClr val="FFFFFF"/>
                </a:solidFill>
                <a:latin typeface="Be Vietnam Pro"/>
                <a:ea typeface="Be Vietnam Pro"/>
                <a:cs typeface="Be Vietnam Pro"/>
              </a:defRPr>
            </a:lvl2pPr>
            <a:lvl3pPr>
              <a:defRPr sz="2175" b="1">
                <a:solidFill>
                  <a:srgbClr val="FFFFFF"/>
                </a:solidFill>
                <a:latin typeface="Be Vietnam Pro"/>
                <a:ea typeface="Be Vietnam Pro"/>
                <a:cs typeface="Be Vietnam Pro"/>
              </a:defRPr>
            </a:lvl3pPr>
            <a:lvl4pPr>
              <a:defRPr sz="2175" b="1">
                <a:solidFill>
                  <a:srgbClr val="FFFFFF"/>
                </a:solidFill>
                <a:latin typeface="Be Vietnam Pro"/>
                <a:ea typeface="Be Vietnam Pro"/>
                <a:cs typeface="Be Vietnam Pro"/>
              </a:defRPr>
            </a:lvl4pPr>
            <a:lvl5pPr>
              <a:defRPr sz="2175" b="1">
                <a:solidFill>
                  <a:srgbClr val="FFFFFF"/>
                </a:solidFill>
                <a:latin typeface="Be Vietnam Pro"/>
                <a:ea typeface="Be Vietnam Pro"/>
                <a:cs typeface="Be Vietnam Pro"/>
              </a:defRPr>
            </a:lvl5pPr>
            <a:lvl6pPr>
              <a:defRPr sz="2175" b="1">
                <a:solidFill>
                  <a:srgbClr val="FFFFFF"/>
                </a:solidFill>
                <a:latin typeface="Be Vietnam Pro"/>
                <a:ea typeface="Be Vietnam Pro"/>
                <a:cs typeface="Be Vietnam Pro"/>
              </a:defRPr>
            </a:lvl6pPr>
            <a:lvl7pPr>
              <a:defRPr sz="2175" b="1">
                <a:solidFill>
                  <a:srgbClr val="FFFFFF"/>
                </a:solidFill>
                <a:latin typeface="Be Vietnam Pro"/>
                <a:ea typeface="Be Vietnam Pro"/>
                <a:cs typeface="Be Vietnam Pro"/>
              </a:defRPr>
            </a:lvl7pPr>
            <a:lvl8pPr>
              <a:defRPr sz="2175" b="1">
                <a:solidFill>
                  <a:srgbClr val="FFFFFF"/>
                </a:solidFill>
                <a:latin typeface="Be Vietnam Pro"/>
                <a:ea typeface="Be Vietnam Pro"/>
                <a:cs typeface="Be Vietnam Pro"/>
              </a:defRPr>
            </a:lvl8pPr>
            <a:lvl9pPr>
              <a:defRPr sz="2175" b="1">
                <a:solidFill>
                  <a:srgbClr val="FFFFFF"/>
                </a:solidFill>
                <a:latin typeface="Be Vietnam Pro"/>
                <a:ea typeface="Be Vietnam Pro"/>
                <a:cs typeface="Be Vietnam Pro"/>
              </a:defRPr>
            </a:lvl9pPr>
          </a:lstStyle>
          <a:p xmlns:a="http://schemas.openxmlformats.org/drawingml/2006/main">
            <a:pPr>
              <a:lnSpc>
                <a:spcPct val="116000"/>
              </a:lnSpc>
              <a:buNone/>
              <a:defRPr sz="2175" b="1">
                <a:solidFill>
                  <a:srgbClr val="FFFFFF"/>
                </a:solidFill>
                <a:latin typeface="Be Vietnam Pro"/>
                <a:ea typeface="Be Vietnam Pro"/>
                <a:cs typeface="Be Vietnam Pro"/>
              </a:defRPr>
            </a:pPr>
            <a:r>
              <a:rPr sz="2175" b="1">
                <a:solidFill>
                  <a:srgbClr val="FFFFFF"/>
                </a:solidFill>
                <a:latin typeface="Be Vietnam Pro"/>
                <a:ea typeface="Be Vietnam Pro"/>
                <a:cs typeface="Be Vietnam Pro"/>
              </a:rPr>
              <a:t>Web3 HackFest 2025</a:t>
            </a:r>
          </a:p>
        </p:txBody>
      </p:sp>
      <p:sp>
        <p:nvSpPr>
          <p:cNvPr id="9" name="body">
            <a:extLst xmlns:a="http://schemas.openxmlformats.org/drawingml/2006/main">
              <a:ext uri="{FF2B5EF4-FFF2-40B4-BE49-F238E27FC236}">
                <a16:creationId xmlns:a16="http://schemas.microsoft.com/office/drawing/2014/main" id="{ED9514D0-46D0-4AE6-8720-943AB3416050}"/>
              </a:ext>
            </a:extLst>
          </p:cNvPr>
          <p:cNvSpPr>
            <a:spLocks xmlns:a="http://schemas.openxmlformats.org/drawingml/2006/main" noGrp="1"/>
          </p:cNvSpPr>
          <p:nvPr/>
        </p:nvSpPr>
        <p:spPr>
          <a:xfrm xmlns:a="http://schemas.openxmlformats.org/drawingml/2006/main">
            <a:off x="7667625" y="4267200"/>
            <a:ext cx="3810000" cy="1276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0">
                <a:solidFill>
                  <a:srgbClr val="F1DCE2"/>
                </a:solidFill>
                <a:latin typeface="Be Vietnam Pro"/>
                <a:ea typeface="Be Vietnam Pro"/>
                <a:cs typeface="Be Vietnam Pro"/>
              </a:defRPr>
            </a:defPPr>
            <a:lvl1pPr>
              <a:defRPr sz="2025" b="0">
                <a:solidFill>
                  <a:srgbClr val="F1DCE2"/>
                </a:solidFill>
                <a:latin typeface="Be Vietnam Pro"/>
                <a:ea typeface="Be Vietnam Pro"/>
                <a:cs typeface="Be Vietnam Pro"/>
              </a:defRPr>
            </a:lvl1pPr>
            <a:lvl2pPr>
              <a:defRPr sz="2025" b="0">
                <a:solidFill>
                  <a:srgbClr val="F1DCE2"/>
                </a:solidFill>
                <a:latin typeface="Be Vietnam Pro"/>
                <a:ea typeface="Be Vietnam Pro"/>
                <a:cs typeface="Be Vietnam Pro"/>
              </a:defRPr>
            </a:lvl2pPr>
            <a:lvl3pPr>
              <a:defRPr sz="2025" b="0">
                <a:solidFill>
                  <a:srgbClr val="F1DCE2"/>
                </a:solidFill>
                <a:latin typeface="Be Vietnam Pro"/>
                <a:ea typeface="Be Vietnam Pro"/>
                <a:cs typeface="Be Vietnam Pro"/>
              </a:defRPr>
            </a:lvl3pPr>
            <a:lvl4pPr>
              <a:defRPr sz="2025" b="0">
                <a:solidFill>
                  <a:srgbClr val="F1DCE2"/>
                </a:solidFill>
                <a:latin typeface="Be Vietnam Pro"/>
                <a:ea typeface="Be Vietnam Pro"/>
                <a:cs typeface="Be Vietnam Pro"/>
              </a:defRPr>
            </a:lvl4pPr>
            <a:lvl5pPr>
              <a:defRPr sz="2025" b="0">
                <a:solidFill>
                  <a:srgbClr val="F1DCE2"/>
                </a:solidFill>
                <a:latin typeface="Be Vietnam Pro"/>
                <a:ea typeface="Be Vietnam Pro"/>
                <a:cs typeface="Be Vietnam Pro"/>
              </a:defRPr>
            </a:lvl5pPr>
            <a:lvl6pPr>
              <a:defRPr sz="2025" b="0">
                <a:solidFill>
                  <a:srgbClr val="F1DCE2"/>
                </a:solidFill>
                <a:latin typeface="Be Vietnam Pro"/>
                <a:ea typeface="Be Vietnam Pro"/>
                <a:cs typeface="Be Vietnam Pro"/>
              </a:defRPr>
            </a:lvl6pPr>
            <a:lvl7pPr>
              <a:defRPr sz="2025" b="0">
                <a:solidFill>
                  <a:srgbClr val="F1DCE2"/>
                </a:solidFill>
                <a:latin typeface="Be Vietnam Pro"/>
                <a:ea typeface="Be Vietnam Pro"/>
                <a:cs typeface="Be Vietnam Pro"/>
              </a:defRPr>
            </a:lvl7pPr>
            <a:lvl8pPr>
              <a:defRPr sz="2025" b="0">
                <a:solidFill>
                  <a:srgbClr val="F1DCE2"/>
                </a:solidFill>
                <a:latin typeface="Be Vietnam Pro"/>
                <a:ea typeface="Be Vietnam Pro"/>
                <a:cs typeface="Be Vietnam Pro"/>
              </a:defRPr>
            </a:lvl8pPr>
            <a:lvl9pPr>
              <a:defRPr sz="2025" b="0">
                <a:solidFill>
                  <a:srgbClr val="F1DCE2"/>
                </a:solidFill>
                <a:latin typeface="Be Vietnam Pro"/>
                <a:ea typeface="Be Vietnam Pro"/>
                <a:cs typeface="Be Vietnam Pro"/>
              </a:defRPr>
            </a:lvl9pPr>
          </a:lstStyle>
          <a:p xmlns:a="http://schemas.openxmlformats.org/drawingml/2006/main">
            <a:pPr>
              <a:lnSpc>
                <a:spcPct val="116000"/>
              </a:lnSpc>
              <a:buNone/>
              <a:defRPr sz="2025" b="0">
                <a:solidFill>
                  <a:srgbClr val="F1DCE2"/>
                </a:solidFill>
                <a:latin typeface="Be Vietnam Pro"/>
                <a:ea typeface="Be Vietnam Pro"/>
                <a:cs typeface="Be Vietnam Pro"/>
              </a:defRPr>
            </a:pPr>
            <a:r>
              <a:rPr sz="2025" b="0">
                <a:solidFill>
                  <a:srgbClr val="F1DCE2"/>
                </a:solidFill>
                <a:latin typeface="Be Vietnam Pro"/>
                <a:ea typeface="Be Vietnam Pro"/>
                <a:cs typeface="Be Vietnam Pro"/>
              </a:rPr>
              <a:t>Web3 &amp; AI Convergence</a:t>
            </a:r>
          </a:p>
          <a:p xmlns:a="http://schemas.openxmlformats.org/drawingml/2006/main">
            <a:pPr>
              <a:lnSpc>
                <a:spcPct val="116000"/>
              </a:lnSpc>
              <a:buNone/>
              <a:defRPr sz="2025" b="0">
                <a:solidFill>
                  <a:srgbClr val="F1DCE2"/>
                </a:solidFill>
                <a:latin typeface="Be Vietnam Pro"/>
                <a:ea typeface="Be Vietnam Pro"/>
                <a:cs typeface="Be Vietnam Pro"/>
              </a:defRPr>
            </a:pPr>
            <a:r>
              <a:rPr sz="2025" b="0">
                <a:solidFill>
                  <a:srgbClr val="F1DCE2"/>
                </a:solidFill>
                <a:latin typeface="Be Vietnam Pro"/>
                <a:ea typeface="Be Vietnam Pro"/>
                <a:cs typeface="Be Vietnam Pro"/>
              </a:rPr>
              <a:t>VBI Academy</a:t>
            </a:r>
          </a:p>
          <a:p xmlns:a="http://schemas.openxmlformats.org/drawingml/2006/main">
            <a:pPr>
              <a:lnSpc>
                <a:spcPct val="116000"/>
              </a:lnSpc>
              <a:buNone/>
              <a:defRPr sz="2025" b="0">
                <a:solidFill>
                  <a:srgbClr val="F1DCE2"/>
                </a:solidFill>
                <a:latin typeface="Be Vietnam Pro"/>
                <a:ea typeface="Be Vietnam Pro"/>
                <a:cs typeface="Be Vietnam Pro"/>
              </a:defRPr>
            </a:pPr>
            <a:r>
              <a:rPr sz="2025" b="0">
                <a:solidFill>
                  <a:srgbClr val="F1DCE2"/>
                </a:solidFill>
                <a:latin typeface="Be Vietnam Pro"/>
                <a:ea typeface="Be Vietnam Pro"/>
                <a:cs typeface="Be Vietnam Pro"/>
              </a:rPr>
              <a:t>January 2025</a:t>
            </a:r>
          </a:p>
        </p:txBody>
      </p:sp>
      <p:sp>
        <p:nvSpPr>
          <p:cNvPr id="10" name="source-note">
            <a:extLst xmlns:a="http://schemas.openxmlformats.org/drawingml/2006/main">
              <a:ext uri="{FF2B5EF4-FFF2-40B4-BE49-F238E27FC236}">
                <a16:creationId xmlns:a16="http://schemas.microsoft.com/office/drawing/2014/main" id="{D1F42FB2-C6A7-4243-8365-882FBDECF7DF}"/>
              </a:ext>
            </a:extLst>
          </p:cNvPr>
          <p:cNvSpPr>
            <a:spLocks xmlns:a="http://schemas.openxmlformats.org/drawingml/2006/main" noGrp="1"/>
          </p:cNvSpPr>
          <p:nvPr/>
        </p:nvSpPr>
        <p:spPr>
          <a:xfrm xmlns:a="http://schemas.openxmlformats.org/drawingml/2006/main">
            <a:off x="609600" y="5905500"/>
            <a:ext cx="1057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125" b="0">
                <a:solidFill>
                  <a:srgbClr val="F1DCE2"/>
                </a:solidFill>
                <a:latin typeface="Be Vietnam Pro"/>
                <a:ea typeface="Be Vietnam Pro"/>
                <a:cs typeface="Be Vietnam Pro"/>
              </a:defRPr>
            </a:defPPr>
            <a:lvl1pPr>
              <a:defRPr sz="1125" b="0">
                <a:solidFill>
                  <a:srgbClr val="F1DCE2"/>
                </a:solidFill>
                <a:latin typeface="Be Vietnam Pro"/>
                <a:ea typeface="Be Vietnam Pro"/>
                <a:cs typeface="Be Vietnam Pro"/>
              </a:defRPr>
            </a:lvl1pPr>
            <a:lvl2pPr>
              <a:defRPr sz="1125" b="0">
                <a:solidFill>
                  <a:srgbClr val="F1DCE2"/>
                </a:solidFill>
                <a:latin typeface="Be Vietnam Pro"/>
                <a:ea typeface="Be Vietnam Pro"/>
                <a:cs typeface="Be Vietnam Pro"/>
              </a:defRPr>
            </a:lvl2pPr>
            <a:lvl3pPr>
              <a:defRPr sz="1125" b="0">
                <a:solidFill>
                  <a:srgbClr val="F1DCE2"/>
                </a:solidFill>
                <a:latin typeface="Be Vietnam Pro"/>
                <a:ea typeface="Be Vietnam Pro"/>
                <a:cs typeface="Be Vietnam Pro"/>
              </a:defRPr>
            </a:lvl3pPr>
            <a:lvl4pPr>
              <a:defRPr sz="1125" b="0">
                <a:solidFill>
                  <a:srgbClr val="F1DCE2"/>
                </a:solidFill>
                <a:latin typeface="Be Vietnam Pro"/>
                <a:ea typeface="Be Vietnam Pro"/>
                <a:cs typeface="Be Vietnam Pro"/>
              </a:defRPr>
            </a:lvl4pPr>
            <a:lvl5pPr>
              <a:defRPr sz="1125" b="0">
                <a:solidFill>
                  <a:srgbClr val="F1DCE2"/>
                </a:solidFill>
                <a:latin typeface="Be Vietnam Pro"/>
                <a:ea typeface="Be Vietnam Pro"/>
                <a:cs typeface="Be Vietnam Pro"/>
              </a:defRPr>
            </a:lvl5pPr>
            <a:lvl6pPr>
              <a:defRPr sz="1125" b="0">
                <a:solidFill>
                  <a:srgbClr val="F1DCE2"/>
                </a:solidFill>
                <a:latin typeface="Be Vietnam Pro"/>
                <a:ea typeface="Be Vietnam Pro"/>
                <a:cs typeface="Be Vietnam Pro"/>
              </a:defRPr>
            </a:lvl6pPr>
            <a:lvl7pPr>
              <a:defRPr sz="1125" b="0">
                <a:solidFill>
                  <a:srgbClr val="F1DCE2"/>
                </a:solidFill>
                <a:latin typeface="Be Vietnam Pro"/>
                <a:ea typeface="Be Vietnam Pro"/>
                <a:cs typeface="Be Vietnam Pro"/>
              </a:defRPr>
            </a:lvl7pPr>
            <a:lvl8pPr>
              <a:defRPr sz="1125" b="0">
                <a:solidFill>
                  <a:srgbClr val="F1DCE2"/>
                </a:solidFill>
                <a:latin typeface="Be Vietnam Pro"/>
                <a:ea typeface="Be Vietnam Pro"/>
                <a:cs typeface="Be Vietnam Pro"/>
              </a:defRPr>
            </a:lvl8pPr>
            <a:lvl9pPr>
              <a:defRPr sz="1125" b="0">
                <a:solidFill>
                  <a:srgbClr val="F1DCE2"/>
                </a:solidFill>
                <a:latin typeface="Be Vietnam Pro"/>
                <a:ea typeface="Be Vietnam Pro"/>
                <a:cs typeface="Be Vietnam Pro"/>
              </a:defRPr>
            </a:lvl9pPr>
          </a:lstStyle>
          <a:p xmlns:a="http://schemas.openxmlformats.org/drawingml/2006/main">
            <a:pPr>
              <a:lnSpc>
                <a:spcPct val="116000"/>
              </a:lnSpc>
              <a:buNone/>
              <a:defRPr sz="1125" b="0">
                <a:solidFill>
                  <a:srgbClr val="F1DCE2"/>
                </a:solidFill>
                <a:latin typeface="Be Vietnam Pro"/>
                <a:ea typeface="Be Vietnam Pro"/>
                <a:cs typeface="Be Vietnam Pro"/>
              </a:defRPr>
            </a:pPr>
            <a:r>
              <a:rPr sz="1125" b="0">
                <a:solidFill>
                  <a:srgbClr val="F1DCE2"/>
                </a:solidFill>
                <a:latin typeface="Be Vietnam Pro"/>
                <a:ea typeface="Be Vietnam Pro"/>
                <a:cs typeface="Be Vietnam Pro"/>
              </a:rPr>
              <a:t>Team NotLikeUs. Recognition earned in 2025. Product screenshots reflect the October 2026 interface.</a:t>
            </a:r>
          </a:p>
        </p:txBody>
      </p:sp>
    </p:spTree>
    <p:extLst>
      <p:ext uri="{BB962C8B-B14F-4D97-AF65-F5344CB8AC3E}">
        <p14:creationId xmlns:p14="http://schemas.microsoft.com/office/powerpoint/2010/main" val="787760996"/>
      </p:ext>
    </p:extLst>
  </p:cSld>
</p:sld>
</file>

<file path=ppt/slides/slide10.xml><?xml version="1.0" encoding="utf-8"?>
<p:sld xmlns:p="http://schemas.openxmlformats.org/presentationml/2006/main">
  <p:cSld>
    <p:bg>
      <p:bgPr>
        <a:solidFill xmlns:a="http://schemas.openxmlformats.org/drawingml/2006/main">
          <a:srgbClr val="FAF8F5"/>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64F8859B-E830-46CB-A7F3-0970DD7A472C}"/>
              </a:ext>
            </a:extLst>
          </p:cNvPr>
          <p:cNvPicPr>
            <a:picLocks xmlns:a="http://schemas.openxmlformats.org/drawingml/2006/main" noChangeAspect="1"/>
          </p:cNvPicPr>
          <p:nvPr/>
        </p:nvPicPr>
        <p:blipFill>
          <a:blip xmlns:r="http://schemas.openxmlformats.org/officeDocument/2006/relationships" xmlns:a="http://schemas.openxmlformats.org/drawingml/2006/main" r:embed="R4de3adb746eb4e8d">
            <a:extLst>
              <a:ext uri="{96DAC541-7B7A-43D3-8B79-37D633B846F1}">
                <asvg:svgBlip xmlns:asvg="http://schemas.microsoft.com/office/drawing/2016/SVG/main" r:embed="Rd0c5423e34c54705"/>
              </a:ext>
            </a:extLst>
          </a:blip>
          <a:stretch xmlns:a="http://schemas.openxmlformats.org/drawingml/2006/main"/>
        </p:blipFill>
        <p:spPr>
          <a:xfrm xmlns:a="http://schemas.openxmlformats.org/drawingml/2006/main">
            <a:off x="609600" y="323850"/>
            <a:ext cx="1495425" cy="419100"/>
          </a:xfrm>
          <a:prstGeom xmlns:a="http://schemas.openxmlformats.org/drawingml/2006/main" prst="rect">
            <a:avLst/>
          </a:prstGeom>
        </p:spPr>
      </p:pic>
      <p:sp>
        <p:nvSpPr>
          <p:cNvPr id="2" name="title">
            <a:extLst xmlns:a="http://schemas.openxmlformats.org/drawingml/2006/main">
              <a:ext uri="{FF2B5EF4-FFF2-40B4-BE49-F238E27FC236}">
                <a16:creationId xmlns:a16="http://schemas.microsoft.com/office/drawing/2014/main" id="{BBA63D27-A774-486D-B5BC-517C3630AC6C}"/>
              </a:ext>
            </a:extLst>
          </p:cNvPr>
          <p:cNvSpPr>
            <a:spLocks xmlns:a="http://schemas.openxmlformats.org/drawingml/2006/main" noGrp="1"/>
          </p:cNvSpPr>
          <p:nvPr/>
        </p:nvSpPr>
        <p:spPr>
          <a:xfrm xmlns:a="http://schemas.openxmlformats.org/drawingml/2006/main">
            <a:off x="609600" y="1066800"/>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675" b="1">
                <a:solidFill>
                  <a:srgbClr val="25222A"/>
                </a:solidFill>
                <a:latin typeface="Be Vietnam Pro"/>
                <a:ea typeface="Be Vietnam Pro"/>
                <a:cs typeface="Be Vietnam Pro"/>
              </a:defRPr>
            </a:defPPr>
            <a:lvl1pPr>
              <a:defRPr sz="3675" b="1">
                <a:solidFill>
                  <a:srgbClr val="25222A"/>
                </a:solidFill>
                <a:latin typeface="Be Vietnam Pro"/>
                <a:ea typeface="Be Vietnam Pro"/>
                <a:cs typeface="Be Vietnam Pro"/>
              </a:defRPr>
            </a:lvl1pPr>
            <a:lvl2pPr>
              <a:defRPr sz="3675" b="1">
                <a:solidFill>
                  <a:srgbClr val="25222A"/>
                </a:solidFill>
                <a:latin typeface="Be Vietnam Pro"/>
                <a:ea typeface="Be Vietnam Pro"/>
                <a:cs typeface="Be Vietnam Pro"/>
              </a:defRPr>
            </a:lvl2pPr>
            <a:lvl3pPr>
              <a:defRPr sz="3675" b="1">
                <a:solidFill>
                  <a:srgbClr val="25222A"/>
                </a:solidFill>
                <a:latin typeface="Be Vietnam Pro"/>
                <a:ea typeface="Be Vietnam Pro"/>
                <a:cs typeface="Be Vietnam Pro"/>
              </a:defRPr>
            </a:lvl3pPr>
            <a:lvl4pPr>
              <a:defRPr sz="3675" b="1">
                <a:solidFill>
                  <a:srgbClr val="25222A"/>
                </a:solidFill>
                <a:latin typeface="Be Vietnam Pro"/>
                <a:ea typeface="Be Vietnam Pro"/>
                <a:cs typeface="Be Vietnam Pro"/>
              </a:defRPr>
            </a:lvl4pPr>
            <a:lvl5pPr>
              <a:defRPr sz="3675" b="1">
                <a:solidFill>
                  <a:srgbClr val="25222A"/>
                </a:solidFill>
                <a:latin typeface="Be Vietnam Pro"/>
                <a:ea typeface="Be Vietnam Pro"/>
                <a:cs typeface="Be Vietnam Pro"/>
              </a:defRPr>
            </a:lvl5pPr>
            <a:lvl6pPr>
              <a:defRPr sz="3675" b="1">
                <a:solidFill>
                  <a:srgbClr val="25222A"/>
                </a:solidFill>
                <a:latin typeface="Be Vietnam Pro"/>
                <a:ea typeface="Be Vietnam Pro"/>
                <a:cs typeface="Be Vietnam Pro"/>
              </a:defRPr>
            </a:lvl6pPr>
            <a:lvl7pPr>
              <a:defRPr sz="3675" b="1">
                <a:solidFill>
                  <a:srgbClr val="25222A"/>
                </a:solidFill>
                <a:latin typeface="Be Vietnam Pro"/>
                <a:ea typeface="Be Vietnam Pro"/>
                <a:cs typeface="Be Vietnam Pro"/>
              </a:defRPr>
            </a:lvl7pPr>
            <a:lvl8pPr>
              <a:defRPr sz="3675" b="1">
                <a:solidFill>
                  <a:srgbClr val="25222A"/>
                </a:solidFill>
                <a:latin typeface="Be Vietnam Pro"/>
                <a:ea typeface="Be Vietnam Pro"/>
                <a:cs typeface="Be Vietnam Pro"/>
              </a:defRPr>
            </a:lvl8pPr>
            <a:lvl9pPr>
              <a:defRPr sz="3675" b="1">
                <a:solidFill>
                  <a:srgbClr val="25222A"/>
                </a:solidFill>
                <a:latin typeface="Be Vietnam Pro"/>
                <a:ea typeface="Be Vietnam Pro"/>
                <a:cs typeface="Be Vietnam Pro"/>
              </a:defRPr>
            </a:lvl9pPr>
          </a:lstStyle>
          <a:p xmlns:a="http://schemas.openxmlformats.org/drawingml/2006/main">
            <a:pPr>
              <a:lnSpc>
                <a:spcPct val="116000"/>
              </a:lnSpc>
              <a:buNone/>
              <a:defRPr sz="3675" b="1">
                <a:solidFill>
                  <a:srgbClr val="25222A"/>
                </a:solidFill>
                <a:latin typeface="Be Vietnam Pro"/>
                <a:ea typeface="Be Vietnam Pro"/>
                <a:cs typeface="Be Vietnam Pro"/>
              </a:defRPr>
            </a:pPr>
            <a:r>
              <a:rPr sz="3675" b="1">
                <a:solidFill>
                  <a:srgbClr val="25222A"/>
                </a:solidFill>
                <a:latin typeface="Be Vietnam Pro"/>
                <a:ea typeface="Be Vietnam Pro"/>
                <a:cs typeface="Be Vietnam Pro"/>
              </a:rPr>
              <a:t>A business model to validate</a:t>
            </a:r>
          </a:p>
        </p:txBody>
      </p:sp>
      <p:sp>
        <p:nvSpPr>
          <p:cNvPr id="3" name="body">
            <a:extLst xmlns:a="http://schemas.openxmlformats.org/drawingml/2006/main">
              <a:ext uri="{FF2B5EF4-FFF2-40B4-BE49-F238E27FC236}">
                <a16:creationId xmlns:a16="http://schemas.microsoft.com/office/drawing/2014/main" id="{66706AA4-7DD1-4036-8E03-E1A53546155E}"/>
              </a:ext>
            </a:extLst>
          </p:cNvPr>
          <p:cNvSpPr>
            <a:spLocks xmlns:a="http://schemas.openxmlformats.org/drawingml/2006/main" noGrp="1"/>
          </p:cNvSpPr>
          <p:nvPr/>
        </p:nvSpPr>
        <p:spPr>
          <a:xfrm xmlns:a="http://schemas.openxmlformats.org/drawingml/2006/main">
            <a:off x="609600" y="2200275"/>
            <a:ext cx="10572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665F68"/>
                </a:solidFill>
                <a:latin typeface="Be Vietnam Pro"/>
                <a:ea typeface="Be Vietnam Pro"/>
                <a:cs typeface="Be Vietnam Pro"/>
              </a:defRPr>
            </a:defPPr>
            <a:lvl1pPr>
              <a:defRPr sz="1875" b="0">
                <a:solidFill>
                  <a:srgbClr val="665F68"/>
                </a:solidFill>
                <a:latin typeface="Be Vietnam Pro"/>
                <a:ea typeface="Be Vietnam Pro"/>
                <a:cs typeface="Be Vietnam Pro"/>
              </a:defRPr>
            </a:lvl1pPr>
            <a:lvl2pPr>
              <a:defRPr sz="1875" b="0">
                <a:solidFill>
                  <a:srgbClr val="665F68"/>
                </a:solidFill>
                <a:latin typeface="Be Vietnam Pro"/>
                <a:ea typeface="Be Vietnam Pro"/>
                <a:cs typeface="Be Vietnam Pro"/>
              </a:defRPr>
            </a:lvl2pPr>
            <a:lvl3pPr>
              <a:defRPr sz="1875" b="0">
                <a:solidFill>
                  <a:srgbClr val="665F68"/>
                </a:solidFill>
                <a:latin typeface="Be Vietnam Pro"/>
                <a:ea typeface="Be Vietnam Pro"/>
                <a:cs typeface="Be Vietnam Pro"/>
              </a:defRPr>
            </a:lvl3pPr>
            <a:lvl4pPr>
              <a:defRPr sz="1875" b="0">
                <a:solidFill>
                  <a:srgbClr val="665F68"/>
                </a:solidFill>
                <a:latin typeface="Be Vietnam Pro"/>
                <a:ea typeface="Be Vietnam Pro"/>
                <a:cs typeface="Be Vietnam Pro"/>
              </a:defRPr>
            </a:lvl4pPr>
            <a:lvl5pPr>
              <a:defRPr sz="1875" b="0">
                <a:solidFill>
                  <a:srgbClr val="665F68"/>
                </a:solidFill>
                <a:latin typeface="Be Vietnam Pro"/>
                <a:ea typeface="Be Vietnam Pro"/>
                <a:cs typeface="Be Vietnam Pro"/>
              </a:defRPr>
            </a:lvl5pPr>
            <a:lvl6pPr>
              <a:defRPr sz="1875" b="0">
                <a:solidFill>
                  <a:srgbClr val="665F68"/>
                </a:solidFill>
                <a:latin typeface="Be Vietnam Pro"/>
                <a:ea typeface="Be Vietnam Pro"/>
                <a:cs typeface="Be Vietnam Pro"/>
              </a:defRPr>
            </a:lvl6pPr>
            <a:lvl7pPr>
              <a:defRPr sz="1875" b="0">
                <a:solidFill>
                  <a:srgbClr val="665F68"/>
                </a:solidFill>
                <a:latin typeface="Be Vietnam Pro"/>
                <a:ea typeface="Be Vietnam Pro"/>
                <a:cs typeface="Be Vietnam Pro"/>
              </a:defRPr>
            </a:lvl7pPr>
            <a:lvl8pPr>
              <a:defRPr sz="1875" b="0">
                <a:solidFill>
                  <a:srgbClr val="665F68"/>
                </a:solidFill>
                <a:latin typeface="Be Vietnam Pro"/>
                <a:ea typeface="Be Vietnam Pro"/>
                <a:cs typeface="Be Vietnam Pro"/>
              </a:defRPr>
            </a:lvl8pPr>
            <a:lvl9pPr>
              <a:defRPr sz="1875" b="0">
                <a:solidFill>
                  <a:srgbClr val="665F68"/>
                </a:solidFill>
                <a:latin typeface="Be Vietnam Pro"/>
                <a:ea typeface="Be Vietnam Pro"/>
                <a:cs typeface="Be Vietnam Pro"/>
              </a:defRPr>
            </a:lvl9pPr>
          </a:lstStyle>
          <a:p xmlns:a="http://schemas.openxmlformats.org/drawingml/2006/main">
            <a:pPr>
              <a:lnSpc>
                <a:spcPct val="116000"/>
              </a:lnSpc>
              <a:buNone/>
              <a:defRPr sz="1875" b="0">
                <a:solidFill>
                  <a:srgbClr val="665F68"/>
                </a:solidFill>
                <a:latin typeface="Be Vietnam Pro"/>
                <a:ea typeface="Be Vietnam Pro"/>
                <a:cs typeface="Be Vietnam Pro"/>
              </a:defRPr>
            </a:pPr>
            <a:r>
              <a:rPr sz="1875" b="0">
                <a:solidFill>
                  <a:srgbClr val="665F68"/>
                </a:solidFill>
                <a:latin typeface="Be Vietnam Pro"/>
                <a:ea typeface="Be Vietnam Pro"/>
                <a:cs typeface="Be Vietnam Pro"/>
              </a:rPr>
              <a:t>The first commercial question is whether offices will pay for clearer case management.</a:t>
            </a:r>
          </a:p>
        </p:txBody>
      </p:sp>
      <p:sp>
        <p:nvSpPr>
          <p:cNvPr id="4" name="page">
            <a:extLst xmlns:a="http://schemas.openxmlformats.org/drawingml/2006/main">
              <a:ext uri="{FF2B5EF4-FFF2-40B4-BE49-F238E27FC236}">
                <a16:creationId xmlns:a16="http://schemas.microsoft.com/office/drawing/2014/main" id="{1771EA89-5982-4B62-9878-CDACD97B8AF4}"/>
              </a:ext>
            </a:extLst>
          </p:cNvPr>
          <p:cNvSpPr>
            <a:spLocks xmlns:a="http://schemas.openxmlformats.org/drawingml/2006/main" noGrp="1"/>
          </p:cNvSpPr>
          <p:nvPr/>
        </p:nvSpPr>
        <p:spPr>
          <a:xfrm xmlns:a="http://schemas.openxmlformats.org/drawingml/2006/main">
            <a:off x="11144250" y="6315075"/>
            <a:ext cx="4381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a:solidFill>
                  <a:srgbClr val="665F68"/>
                </a:solidFill>
                <a:latin typeface="Be Vietnam Pro"/>
                <a:ea typeface="Be Vietnam Pro"/>
                <a:cs typeface="Be Vietnam Pro"/>
              </a:defRPr>
            </a:defPPr>
            <a:lvl1pPr>
              <a:defRPr sz="1200">
                <a:solidFill>
                  <a:srgbClr val="665F68"/>
                </a:solidFill>
                <a:latin typeface="Be Vietnam Pro"/>
                <a:ea typeface="Be Vietnam Pro"/>
                <a:cs typeface="Be Vietnam Pro"/>
              </a:defRPr>
            </a:lvl1pPr>
            <a:lvl2pPr>
              <a:defRPr sz="1200">
                <a:solidFill>
                  <a:srgbClr val="665F68"/>
                </a:solidFill>
                <a:latin typeface="Be Vietnam Pro"/>
                <a:ea typeface="Be Vietnam Pro"/>
                <a:cs typeface="Be Vietnam Pro"/>
              </a:defRPr>
            </a:lvl2pPr>
            <a:lvl3pPr>
              <a:defRPr sz="1200">
                <a:solidFill>
                  <a:srgbClr val="665F68"/>
                </a:solidFill>
                <a:latin typeface="Be Vietnam Pro"/>
                <a:ea typeface="Be Vietnam Pro"/>
                <a:cs typeface="Be Vietnam Pro"/>
              </a:defRPr>
            </a:lvl3pPr>
            <a:lvl4pPr>
              <a:defRPr sz="1200">
                <a:solidFill>
                  <a:srgbClr val="665F68"/>
                </a:solidFill>
                <a:latin typeface="Be Vietnam Pro"/>
                <a:ea typeface="Be Vietnam Pro"/>
                <a:cs typeface="Be Vietnam Pro"/>
              </a:defRPr>
            </a:lvl4pPr>
            <a:lvl5pPr>
              <a:defRPr sz="1200">
                <a:solidFill>
                  <a:srgbClr val="665F68"/>
                </a:solidFill>
                <a:latin typeface="Be Vietnam Pro"/>
                <a:ea typeface="Be Vietnam Pro"/>
                <a:cs typeface="Be Vietnam Pro"/>
              </a:defRPr>
            </a:lvl5pPr>
            <a:lvl6pPr>
              <a:defRPr sz="1200">
                <a:solidFill>
                  <a:srgbClr val="665F68"/>
                </a:solidFill>
                <a:latin typeface="Be Vietnam Pro"/>
                <a:ea typeface="Be Vietnam Pro"/>
                <a:cs typeface="Be Vietnam Pro"/>
              </a:defRPr>
            </a:lvl6pPr>
            <a:lvl7pPr>
              <a:defRPr sz="1200">
                <a:solidFill>
                  <a:srgbClr val="665F68"/>
                </a:solidFill>
                <a:latin typeface="Be Vietnam Pro"/>
                <a:ea typeface="Be Vietnam Pro"/>
                <a:cs typeface="Be Vietnam Pro"/>
              </a:defRPr>
            </a:lvl7pPr>
            <a:lvl8pPr>
              <a:defRPr sz="1200">
                <a:solidFill>
                  <a:srgbClr val="665F68"/>
                </a:solidFill>
                <a:latin typeface="Be Vietnam Pro"/>
                <a:ea typeface="Be Vietnam Pro"/>
                <a:cs typeface="Be Vietnam Pro"/>
              </a:defRPr>
            </a:lvl8pPr>
            <a:lvl9pPr>
              <a:defRPr sz="1200">
                <a:solidFill>
                  <a:srgbClr val="665F68"/>
                </a:solidFill>
                <a:latin typeface="Be Vietnam Pro"/>
                <a:ea typeface="Be Vietnam Pro"/>
                <a:cs typeface="Be Vietnam Pro"/>
              </a:defRPr>
            </a:lvl9pPr>
          </a:lstStyle>
          <a:p xmlns:a="http://schemas.openxmlformats.org/drawingml/2006/main">
            <a:pPr>
              <a:defRPr sz="1200">
                <a:solidFill>
                  <a:srgbClr val="665F68"/>
                </a:solidFill>
                <a:latin typeface="Be Vietnam Pro"/>
                <a:ea typeface="Be Vietnam Pro"/>
                <a:cs typeface="Be Vietnam Pro"/>
              </a:defRPr>
            </a:pPr>
            <a:r>
              <a:rPr sz="1200">
                <a:solidFill>
                  <a:srgbClr val="665F68"/>
                </a:solidFill>
                <a:latin typeface="Be Vietnam Pro"/>
                <a:ea typeface="Be Vietnam Pro"/>
                <a:cs typeface="Be Vietnam Pro"/>
              </a:rPr>
              <a:t>10</a:t>
            </a:r>
          </a:p>
        </p:txBody>
      </p:sp>
      <p:sp>
        <p:nvSpPr>
          <p:cNvPr id="5" name="body">
            <a:extLst xmlns:a="http://schemas.openxmlformats.org/drawingml/2006/main">
              <a:ext uri="{FF2B5EF4-FFF2-40B4-BE49-F238E27FC236}">
                <a16:creationId xmlns:a16="http://schemas.microsoft.com/office/drawing/2014/main" id="{A72FF149-5292-4C55-8E73-B85484515640}"/>
              </a:ext>
            </a:extLst>
          </p:cNvPr>
          <p:cNvSpPr>
            <a:spLocks xmlns:a="http://schemas.openxmlformats.org/drawingml/2006/main" noGrp="1"/>
          </p:cNvSpPr>
          <p:nvPr/>
        </p:nvSpPr>
        <p:spPr>
          <a:xfrm xmlns:a="http://schemas.openxmlformats.org/drawingml/2006/main">
            <a:off x="609600" y="3362325"/>
            <a:ext cx="5572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075" b="1">
                <a:solidFill>
                  <a:srgbClr val="AA1D39"/>
                </a:solidFill>
                <a:latin typeface="Be Vietnam Pro"/>
                <a:ea typeface="Be Vietnam Pro"/>
                <a:cs typeface="Be Vietnam Pro"/>
              </a:defRPr>
            </a:defPPr>
            <a:lvl1pPr>
              <a:defRPr sz="3075" b="1">
                <a:solidFill>
                  <a:srgbClr val="AA1D39"/>
                </a:solidFill>
                <a:latin typeface="Be Vietnam Pro"/>
                <a:ea typeface="Be Vietnam Pro"/>
                <a:cs typeface="Be Vietnam Pro"/>
              </a:defRPr>
            </a:lvl1pPr>
            <a:lvl2pPr>
              <a:defRPr sz="3075" b="1">
                <a:solidFill>
                  <a:srgbClr val="AA1D39"/>
                </a:solidFill>
                <a:latin typeface="Be Vietnam Pro"/>
                <a:ea typeface="Be Vietnam Pro"/>
                <a:cs typeface="Be Vietnam Pro"/>
              </a:defRPr>
            </a:lvl2pPr>
            <a:lvl3pPr>
              <a:defRPr sz="3075" b="1">
                <a:solidFill>
                  <a:srgbClr val="AA1D39"/>
                </a:solidFill>
                <a:latin typeface="Be Vietnam Pro"/>
                <a:ea typeface="Be Vietnam Pro"/>
                <a:cs typeface="Be Vietnam Pro"/>
              </a:defRPr>
            </a:lvl3pPr>
            <a:lvl4pPr>
              <a:defRPr sz="3075" b="1">
                <a:solidFill>
                  <a:srgbClr val="AA1D39"/>
                </a:solidFill>
                <a:latin typeface="Be Vietnam Pro"/>
                <a:ea typeface="Be Vietnam Pro"/>
                <a:cs typeface="Be Vietnam Pro"/>
              </a:defRPr>
            </a:lvl4pPr>
            <a:lvl5pPr>
              <a:defRPr sz="3075" b="1">
                <a:solidFill>
                  <a:srgbClr val="AA1D39"/>
                </a:solidFill>
                <a:latin typeface="Be Vietnam Pro"/>
                <a:ea typeface="Be Vietnam Pro"/>
                <a:cs typeface="Be Vietnam Pro"/>
              </a:defRPr>
            </a:lvl5pPr>
            <a:lvl6pPr>
              <a:defRPr sz="3075" b="1">
                <a:solidFill>
                  <a:srgbClr val="AA1D39"/>
                </a:solidFill>
                <a:latin typeface="Be Vietnam Pro"/>
                <a:ea typeface="Be Vietnam Pro"/>
                <a:cs typeface="Be Vietnam Pro"/>
              </a:defRPr>
            </a:lvl6pPr>
            <a:lvl7pPr>
              <a:defRPr sz="3075" b="1">
                <a:solidFill>
                  <a:srgbClr val="AA1D39"/>
                </a:solidFill>
                <a:latin typeface="Be Vietnam Pro"/>
                <a:ea typeface="Be Vietnam Pro"/>
                <a:cs typeface="Be Vietnam Pro"/>
              </a:defRPr>
            </a:lvl7pPr>
            <a:lvl8pPr>
              <a:defRPr sz="3075" b="1">
                <a:solidFill>
                  <a:srgbClr val="AA1D39"/>
                </a:solidFill>
                <a:latin typeface="Be Vietnam Pro"/>
                <a:ea typeface="Be Vietnam Pro"/>
                <a:cs typeface="Be Vietnam Pro"/>
              </a:defRPr>
            </a:lvl8pPr>
            <a:lvl9pPr>
              <a:defRPr sz="3075" b="1">
                <a:solidFill>
                  <a:srgbClr val="AA1D39"/>
                </a:solidFill>
                <a:latin typeface="Be Vietnam Pro"/>
                <a:ea typeface="Be Vietnam Pro"/>
                <a:cs typeface="Be Vietnam Pro"/>
              </a:defRPr>
            </a:lvl9pPr>
          </a:lstStyle>
          <a:p xmlns:a="http://schemas.openxmlformats.org/drawingml/2006/main">
            <a:pPr>
              <a:lnSpc>
                <a:spcPct val="116000"/>
              </a:lnSpc>
              <a:buNone/>
              <a:defRPr sz="3075" b="1">
                <a:solidFill>
                  <a:srgbClr val="AA1D39"/>
                </a:solidFill>
                <a:latin typeface="Be Vietnam Pro"/>
                <a:ea typeface="Be Vietnam Pro"/>
                <a:cs typeface="Be Vietnam Pro"/>
              </a:defRPr>
            </a:pPr>
            <a:r>
              <a:rPr sz="3075" b="1">
                <a:solidFill>
                  <a:srgbClr val="AA1D39"/>
                </a:solidFill>
                <a:latin typeface="Be Vietnam Pro"/>
                <a:ea typeface="Be Vietnam Pro"/>
                <a:cs typeface="Be Vietnam Pro"/>
              </a:rPr>
              <a:t>Office subscription</a:t>
            </a:r>
          </a:p>
        </p:txBody>
      </p:sp>
      <p:sp>
        <p:nvSpPr>
          <p:cNvPr id="6" name="body">
            <a:extLst xmlns:a="http://schemas.openxmlformats.org/drawingml/2006/main">
              <a:ext uri="{FF2B5EF4-FFF2-40B4-BE49-F238E27FC236}">
                <a16:creationId xmlns:a16="http://schemas.microsoft.com/office/drawing/2014/main" id="{A3CF780B-9E9E-476C-BDE0-CE8874328A93}"/>
              </a:ext>
            </a:extLst>
          </p:cNvPr>
          <p:cNvSpPr>
            <a:spLocks xmlns:a="http://schemas.openxmlformats.org/drawingml/2006/main" noGrp="1"/>
          </p:cNvSpPr>
          <p:nvPr/>
        </p:nvSpPr>
        <p:spPr>
          <a:xfrm xmlns:a="http://schemas.openxmlformats.org/drawingml/2006/main">
            <a:off x="609600" y="4248150"/>
            <a:ext cx="5095875"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665F68"/>
                </a:solidFill>
                <a:latin typeface="Be Vietnam Pro"/>
                <a:ea typeface="Be Vietnam Pro"/>
                <a:cs typeface="Be Vietnam Pro"/>
              </a:defRPr>
            </a:defPPr>
            <a:lvl1pPr>
              <a:defRPr sz="2175" b="0">
                <a:solidFill>
                  <a:srgbClr val="665F68"/>
                </a:solidFill>
                <a:latin typeface="Be Vietnam Pro"/>
                <a:ea typeface="Be Vietnam Pro"/>
                <a:cs typeface="Be Vietnam Pro"/>
              </a:defRPr>
            </a:lvl1pPr>
            <a:lvl2pPr>
              <a:defRPr sz="2175" b="0">
                <a:solidFill>
                  <a:srgbClr val="665F68"/>
                </a:solidFill>
                <a:latin typeface="Be Vietnam Pro"/>
                <a:ea typeface="Be Vietnam Pro"/>
                <a:cs typeface="Be Vietnam Pro"/>
              </a:defRPr>
            </a:lvl2pPr>
            <a:lvl3pPr>
              <a:defRPr sz="2175" b="0">
                <a:solidFill>
                  <a:srgbClr val="665F68"/>
                </a:solidFill>
                <a:latin typeface="Be Vietnam Pro"/>
                <a:ea typeface="Be Vietnam Pro"/>
                <a:cs typeface="Be Vietnam Pro"/>
              </a:defRPr>
            </a:lvl3pPr>
            <a:lvl4pPr>
              <a:defRPr sz="2175" b="0">
                <a:solidFill>
                  <a:srgbClr val="665F68"/>
                </a:solidFill>
                <a:latin typeface="Be Vietnam Pro"/>
                <a:ea typeface="Be Vietnam Pro"/>
                <a:cs typeface="Be Vietnam Pro"/>
              </a:defRPr>
            </a:lvl4pPr>
            <a:lvl5pPr>
              <a:defRPr sz="2175" b="0">
                <a:solidFill>
                  <a:srgbClr val="665F68"/>
                </a:solidFill>
                <a:latin typeface="Be Vietnam Pro"/>
                <a:ea typeface="Be Vietnam Pro"/>
                <a:cs typeface="Be Vietnam Pro"/>
              </a:defRPr>
            </a:lvl5pPr>
            <a:lvl6pPr>
              <a:defRPr sz="2175" b="0">
                <a:solidFill>
                  <a:srgbClr val="665F68"/>
                </a:solidFill>
                <a:latin typeface="Be Vietnam Pro"/>
                <a:ea typeface="Be Vietnam Pro"/>
                <a:cs typeface="Be Vietnam Pro"/>
              </a:defRPr>
            </a:lvl6pPr>
            <a:lvl7pPr>
              <a:defRPr sz="2175" b="0">
                <a:solidFill>
                  <a:srgbClr val="665F68"/>
                </a:solidFill>
                <a:latin typeface="Be Vietnam Pro"/>
                <a:ea typeface="Be Vietnam Pro"/>
                <a:cs typeface="Be Vietnam Pro"/>
              </a:defRPr>
            </a:lvl7pPr>
            <a:lvl8pPr>
              <a:defRPr sz="2175" b="0">
                <a:solidFill>
                  <a:srgbClr val="665F68"/>
                </a:solidFill>
                <a:latin typeface="Be Vietnam Pro"/>
                <a:ea typeface="Be Vietnam Pro"/>
                <a:cs typeface="Be Vietnam Pro"/>
              </a:defRPr>
            </a:lvl8pPr>
            <a:lvl9pPr>
              <a:defRPr sz="2175" b="0">
                <a:solidFill>
                  <a:srgbClr val="665F68"/>
                </a:solidFill>
                <a:latin typeface="Be Vietnam Pro"/>
                <a:ea typeface="Be Vietnam Pro"/>
                <a:cs typeface="Be Vietnam Pro"/>
              </a:defRPr>
            </a:lvl9pPr>
          </a:lstStyle>
          <a:p xmlns:a="http://schemas.openxmlformats.org/drawingml/2006/main">
            <a:pPr>
              <a:lnSpc>
                <a:spcPct val="116000"/>
              </a:lnSpc>
              <a:buNone/>
              <a:defRPr sz="2175" b="0">
                <a:solidFill>
                  <a:srgbClr val="665F68"/>
                </a:solidFill>
                <a:latin typeface="Be Vietnam Pro"/>
                <a:ea typeface="Be Vietnam Pro"/>
                <a:cs typeface="Be Vietnam Pro"/>
              </a:defRPr>
            </a:pPr>
            <a:r>
              <a:rPr sz="2175" b="0">
                <a:solidFill>
                  <a:srgbClr val="665F68"/>
                </a:solidFill>
                <a:latin typeface="Be Vietnam Pro"/>
                <a:ea typeface="Be Vietnam Pro"/>
                <a:cs typeface="Be Vietnam Pro"/>
              </a:rPr>
              <a:t>A proposed recurring fee for workflow tools and case visibility.</a:t>
            </a:r>
          </a:p>
        </p:txBody>
      </p:sp>
      <p:sp>
        <p:nvSpPr>
          <p:cNvPr id="7" name="body">
            <a:extLst xmlns:a="http://schemas.openxmlformats.org/drawingml/2006/main">
              <a:ext uri="{FF2B5EF4-FFF2-40B4-BE49-F238E27FC236}">
                <a16:creationId xmlns:a16="http://schemas.microsoft.com/office/drawing/2014/main" id="{3B091675-8D79-42A6-BF39-D85EAA27F36E}"/>
              </a:ext>
            </a:extLst>
          </p:cNvPr>
          <p:cNvSpPr>
            <a:spLocks xmlns:a="http://schemas.openxmlformats.org/drawingml/2006/main" noGrp="1"/>
          </p:cNvSpPr>
          <p:nvPr/>
        </p:nvSpPr>
        <p:spPr>
          <a:xfrm xmlns:a="http://schemas.openxmlformats.org/drawingml/2006/main">
            <a:off x="7000875" y="3362325"/>
            <a:ext cx="4572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925" b="1">
                <a:solidFill>
                  <a:srgbClr val="AA1D39"/>
                </a:solidFill>
                <a:latin typeface="Be Vietnam Pro"/>
                <a:ea typeface="Be Vietnam Pro"/>
                <a:cs typeface="Be Vietnam Pro"/>
              </a:defRPr>
            </a:defPPr>
            <a:lvl1pPr>
              <a:defRPr sz="2925" b="1">
                <a:solidFill>
                  <a:srgbClr val="AA1D39"/>
                </a:solidFill>
                <a:latin typeface="Be Vietnam Pro"/>
                <a:ea typeface="Be Vietnam Pro"/>
                <a:cs typeface="Be Vietnam Pro"/>
              </a:defRPr>
            </a:lvl1pPr>
            <a:lvl2pPr>
              <a:defRPr sz="2925" b="1">
                <a:solidFill>
                  <a:srgbClr val="AA1D39"/>
                </a:solidFill>
                <a:latin typeface="Be Vietnam Pro"/>
                <a:ea typeface="Be Vietnam Pro"/>
                <a:cs typeface="Be Vietnam Pro"/>
              </a:defRPr>
            </a:lvl2pPr>
            <a:lvl3pPr>
              <a:defRPr sz="2925" b="1">
                <a:solidFill>
                  <a:srgbClr val="AA1D39"/>
                </a:solidFill>
                <a:latin typeface="Be Vietnam Pro"/>
                <a:ea typeface="Be Vietnam Pro"/>
                <a:cs typeface="Be Vietnam Pro"/>
              </a:defRPr>
            </a:lvl3pPr>
            <a:lvl4pPr>
              <a:defRPr sz="2925" b="1">
                <a:solidFill>
                  <a:srgbClr val="AA1D39"/>
                </a:solidFill>
                <a:latin typeface="Be Vietnam Pro"/>
                <a:ea typeface="Be Vietnam Pro"/>
                <a:cs typeface="Be Vietnam Pro"/>
              </a:defRPr>
            </a:lvl4pPr>
            <a:lvl5pPr>
              <a:defRPr sz="2925" b="1">
                <a:solidFill>
                  <a:srgbClr val="AA1D39"/>
                </a:solidFill>
                <a:latin typeface="Be Vietnam Pro"/>
                <a:ea typeface="Be Vietnam Pro"/>
                <a:cs typeface="Be Vietnam Pro"/>
              </a:defRPr>
            </a:lvl5pPr>
            <a:lvl6pPr>
              <a:defRPr sz="2925" b="1">
                <a:solidFill>
                  <a:srgbClr val="AA1D39"/>
                </a:solidFill>
                <a:latin typeface="Be Vietnam Pro"/>
                <a:ea typeface="Be Vietnam Pro"/>
                <a:cs typeface="Be Vietnam Pro"/>
              </a:defRPr>
            </a:lvl6pPr>
            <a:lvl7pPr>
              <a:defRPr sz="2925" b="1">
                <a:solidFill>
                  <a:srgbClr val="AA1D39"/>
                </a:solidFill>
                <a:latin typeface="Be Vietnam Pro"/>
                <a:ea typeface="Be Vietnam Pro"/>
                <a:cs typeface="Be Vietnam Pro"/>
              </a:defRPr>
            </a:lvl7pPr>
            <a:lvl8pPr>
              <a:defRPr sz="2925" b="1">
                <a:solidFill>
                  <a:srgbClr val="AA1D39"/>
                </a:solidFill>
                <a:latin typeface="Be Vietnam Pro"/>
                <a:ea typeface="Be Vietnam Pro"/>
                <a:cs typeface="Be Vietnam Pro"/>
              </a:defRPr>
            </a:lvl8pPr>
            <a:lvl9pPr>
              <a:defRPr sz="2925" b="1">
                <a:solidFill>
                  <a:srgbClr val="AA1D39"/>
                </a:solidFill>
                <a:latin typeface="Be Vietnam Pro"/>
                <a:ea typeface="Be Vietnam Pro"/>
                <a:cs typeface="Be Vietnam Pro"/>
              </a:defRPr>
            </a:lvl9pPr>
          </a:lstStyle>
          <a:p xmlns:a="http://schemas.openxmlformats.org/drawingml/2006/main">
            <a:pPr>
              <a:lnSpc>
                <a:spcPct val="116000"/>
              </a:lnSpc>
              <a:buNone/>
              <a:defRPr sz="2925" b="1">
                <a:solidFill>
                  <a:srgbClr val="AA1D39"/>
                </a:solidFill>
                <a:latin typeface="Be Vietnam Pro"/>
                <a:ea typeface="Be Vietnam Pro"/>
                <a:cs typeface="Be Vietnam Pro"/>
              </a:defRPr>
            </a:pPr>
            <a:r>
              <a:rPr sz="2925" b="1">
                <a:solidFill>
                  <a:srgbClr val="AA1D39"/>
                </a:solidFill>
                <a:latin typeface="Be Vietnam Pro"/>
                <a:ea typeface="Be Vietnam Pro"/>
                <a:cs typeface="Be Vietnam Pro"/>
              </a:rPr>
              <a:t>Platform service fee</a:t>
            </a:r>
          </a:p>
        </p:txBody>
      </p:sp>
      <p:sp>
        <p:nvSpPr>
          <p:cNvPr id="8" name="body">
            <a:extLst xmlns:a="http://schemas.openxmlformats.org/drawingml/2006/main">
              <a:ext uri="{FF2B5EF4-FFF2-40B4-BE49-F238E27FC236}">
                <a16:creationId xmlns:a16="http://schemas.microsoft.com/office/drawing/2014/main" id="{C1D29B11-094E-4583-BA05-EEAA131D5D6C}"/>
              </a:ext>
            </a:extLst>
          </p:cNvPr>
          <p:cNvSpPr>
            <a:spLocks xmlns:a="http://schemas.openxmlformats.org/drawingml/2006/main" noGrp="1"/>
          </p:cNvSpPr>
          <p:nvPr/>
        </p:nvSpPr>
        <p:spPr>
          <a:xfrm xmlns:a="http://schemas.openxmlformats.org/drawingml/2006/main">
            <a:off x="7000875" y="4248150"/>
            <a:ext cx="42862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665F68"/>
                </a:solidFill>
                <a:latin typeface="Be Vietnam Pro"/>
                <a:ea typeface="Be Vietnam Pro"/>
                <a:cs typeface="Be Vietnam Pro"/>
              </a:defRPr>
            </a:defPPr>
            <a:lvl1pPr>
              <a:defRPr sz="2175" b="0">
                <a:solidFill>
                  <a:srgbClr val="665F68"/>
                </a:solidFill>
                <a:latin typeface="Be Vietnam Pro"/>
                <a:ea typeface="Be Vietnam Pro"/>
                <a:cs typeface="Be Vietnam Pro"/>
              </a:defRPr>
            </a:lvl1pPr>
            <a:lvl2pPr>
              <a:defRPr sz="2175" b="0">
                <a:solidFill>
                  <a:srgbClr val="665F68"/>
                </a:solidFill>
                <a:latin typeface="Be Vietnam Pro"/>
                <a:ea typeface="Be Vietnam Pro"/>
                <a:cs typeface="Be Vietnam Pro"/>
              </a:defRPr>
            </a:lvl2pPr>
            <a:lvl3pPr>
              <a:defRPr sz="2175" b="0">
                <a:solidFill>
                  <a:srgbClr val="665F68"/>
                </a:solidFill>
                <a:latin typeface="Be Vietnam Pro"/>
                <a:ea typeface="Be Vietnam Pro"/>
                <a:cs typeface="Be Vietnam Pro"/>
              </a:defRPr>
            </a:lvl3pPr>
            <a:lvl4pPr>
              <a:defRPr sz="2175" b="0">
                <a:solidFill>
                  <a:srgbClr val="665F68"/>
                </a:solidFill>
                <a:latin typeface="Be Vietnam Pro"/>
                <a:ea typeface="Be Vietnam Pro"/>
                <a:cs typeface="Be Vietnam Pro"/>
              </a:defRPr>
            </a:lvl4pPr>
            <a:lvl5pPr>
              <a:defRPr sz="2175" b="0">
                <a:solidFill>
                  <a:srgbClr val="665F68"/>
                </a:solidFill>
                <a:latin typeface="Be Vietnam Pro"/>
                <a:ea typeface="Be Vietnam Pro"/>
                <a:cs typeface="Be Vietnam Pro"/>
              </a:defRPr>
            </a:lvl5pPr>
            <a:lvl6pPr>
              <a:defRPr sz="2175" b="0">
                <a:solidFill>
                  <a:srgbClr val="665F68"/>
                </a:solidFill>
                <a:latin typeface="Be Vietnam Pro"/>
                <a:ea typeface="Be Vietnam Pro"/>
                <a:cs typeface="Be Vietnam Pro"/>
              </a:defRPr>
            </a:lvl6pPr>
            <a:lvl7pPr>
              <a:defRPr sz="2175" b="0">
                <a:solidFill>
                  <a:srgbClr val="665F68"/>
                </a:solidFill>
                <a:latin typeface="Be Vietnam Pro"/>
                <a:ea typeface="Be Vietnam Pro"/>
                <a:cs typeface="Be Vietnam Pro"/>
              </a:defRPr>
            </a:lvl7pPr>
            <a:lvl8pPr>
              <a:defRPr sz="2175" b="0">
                <a:solidFill>
                  <a:srgbClr val="665F68"/>
                </a:solidFill>
                <a:latin typeface="Be Vietnam Pro"/>
                <a:ea typeface="Be Vietnam Pro"/>
                <a:cs typeface="Be Vietnam Pro"/>
              </a:defRPr>
            </a:lvl8pPr>
            <a:lvl9pPr>
              <a:defRPr sz="2175" b="0">
                <a:solidFill>
                  <a:srgbClr val="665F68"/>
                </a:solidFill>
                <a:latin typeface="Be Vietnam Pro"/>
                <a:ea typeface="Be Vietnam Pro"/>
                <a:cs typeface="Be Vietnam Pro"/>
              </a:defRPr>
            </a:lvl9pPr>
          </a:lstStyle>
          <a:p xmlns:a="http://schemas.openxmlformats.org/drawingml/2006/main">
            <a:pPr>
              <a:lnSpc>
                <a:spcPct val="116000"/>
              </a:lnSpc>
              <a:buNone/>
              <a:defRPr sz="2175" b="0">
                <a:solidFill>
                  <a:srgbClr val="665F68"/>
                </a:solidFill>
                <a:latin typeface="Be Vietnam Pro"/>
                <a:ea typeface="Be Vietnam Pro"/>
                <a:cs typeface="Be Vietnam Pro"/>
              </a:defRPr>
            </a:pPr>
            <a:r>
              <a:rPr sz="2175" b="0">
                <a:solidFill>
                  <a:srgbClr val="665F68"/>
                </a:solidFill>
                <a:latin typeface="Be Vietnam Pro"/>
                <a:ea typeface="Be Vietnam Pro"/>
                <a:cs typeface="Be Vietnam Pro"/>
              </a:rPr>
              <a:t>A hypothesis to test only where the applicable service and fee rules allow it.</a:t>
            </a:r>
          </a:p>
        </p:txBody>
      </p:sp>
      <p:sp>
        <p:nvSpPr>
          <p:cNvPr id="9" name="source-note">
            <a:extLst xmlns:a="http://schemas.openxmlformats.org/drawingml/2006/main">
              <a:ext uri="{FF2B5EF4-FFF2-40B4-BE49-F238E27FC236}">
                <a16:creationId xmlns:a16="http://schemas.microsoft.com/office/drawing/2014/main" id="{54208891-9E09-4C49-A736-CF66BA682F32}"/>
              </a:ext>
            </a:extLst>
          </p:cNvPr>
          <p:cNvSpPr>
            <a:spLocks xmlns:a="http://schemas.openxmlformats.org/drawingml/2006/main" noGrp="1"/>
          </p:cNvSpPr>
          <p:nvPr/>
        </p:nvSpPr>
        <p:spPr>
          <a:xfrm xmlns:a="http://schemas.openxmlformats.org/drawingml/2006/main">
            <a:off x="609600" y="5905500"/>
            <a:ext cx="1057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125" b="0">
                <a:solidFill>
                  <a:srgbClr val="665F68"/>
                </a:solidFill>
                <a:latin typeface="Be Vietnam Pro"/>
                <a:ea typeface="Be Vietnam Pro"/>
                <a:cs typeface="Be Vietnam Pro"/>
              </a:defRPr>
            </a:defPPr>
            <a:lvl1pPr>
              <a:defRPr sz="1125" b="0">
                <a:solidFill>
                  <a:srgbClr val="665F68"/>
                </a:solidFill>
                <a:latin typeface="Be Vietnam Pro"/>
                <a:ea typeface="Be Vietnam Pro"/>
                <a:cs typeface="Be Vietnam Pro"/>
              </a:defRPr>
            </a:lvl1pPr>
            <a:lvl2pPr>
              <a:defRPr sz="1125" b="0">
                <a:solidFill>
                  <a:srgbClr val="665F68"/>
                </a:solidFill>
                <a:latin typeface="Be Vietnam Pro"/>
                <a:ea typeface="Be Vietnam Pro"/>
                <a:cs typeface="Be Vietnam Pro"/>
              </a:defRPr>
            </a:lvl2pPr>
            <a:lvl3pPr>
              <a:defRPr sz="1125" b="0">
                <a:solidFill>
                  <a:srgbClr val="665F68"/>
                </a:solidFill>
                <a:latin typeface="Be Vietnam Pro"/>
                <a:ea typeface="Be Vietnam Pro"/>
                <a:cs typeface="Be Vietnam Pro"/>
              </a:defRPr>
            </a:lvl3pPr>
            <a:lvl4pPr>
              <a:defRPr sz="1125" b="0">
                <a:solidFill>
                  <a:srgbClr val="665F68"/>
                </a:solidFill>
                <a:latin typeface="Be Vietnam Pro"/>
                <a:ea typeface="Be Vietnam Pro"/>
                <a:cs typeface="Be Vietnam Pro"/>
              </a:defRPr>
            </a:lvl4pPr>
            <a:lvl5pPr>
              <a:defRPr sz="1125" b="0">
                <a:solidFill>
                  <a:srgbClr val="665F68"/>
                </a:solidFill>
                <a:latin typeface="Be Vietnam Pro"/>
                <a:ea typeface="Be Vietnam Pro"/>
                <a:cs typeface="Be Vietnam Pro"/>
              </a:defRPr>
            </a:lvl5pPr>
            <a:lvl6pPr>
              <a:defRPr sz="1125" b="0">
                <a:solidFill>
                  <a:srgbClr val="665F68"/>
                </a:solidFill>
                <a:latin typeface="Be Vietnam Pro"/>
                <a:ea typeface="Be Vietnam Pro"/>
                <a:cs typeface="Be Vietnam Pro"/>
              </a:defRPr>
            </a:lvl6pPr>
            <a:lvl7pPr>
              <a:defRPr sz="1125" b="0">
                <a:solidFill>
                  <a:srgbClr val="665F68"/>
                </a:solidFill>
                <a:latin typeface="Be Vietnam Pro"/>
                <a:ea typeface="Be Vietnam Pro"/>
                <a:cs typeface="Be Vietnam Pro"/>
              </a:defRPr>
            </a:lvl7pPr>
            <a:lvl8pPr>
              <a:defRPr sz="1125" b="0">
                <a:solidFill>
                  <a:srgbClr val="665F68"/>
                </a:solidFill>
                <a:latin typeface="Be Vietnam Pro"/>
                <a:ea typeface="Be Vietnam Pro"/>
                <a:cs typeface="Be Vietnam Pro"/>
              </a:defRPr>
            </a:lvl8pPr>
            <a:lvl9pPr>
              <a:defRPr sz="1125" b="0">
                <a:solidFill>
                  <a:srgbClr val="665F68"/>
                </a:solidFill>
                <a:latin typeface="Be Vietnam Pro"/>
                <a:ea typeface="Be Vietnam Pro"/>
                <a:cs typeface="Be Vietnam Pro"/>
              </a:defRPr>
            </a:lvl9pPr>
          </a:lstStyle>
          <a:p xmlns:a="http://schemas.openxmlformats.org/drawingml/2006/main">
            <a:pPr>
              <a:lnSpc>
                <a:spcPct val="116000"/>
              </a:lnSpc>
              <a:buNone/>
              <a:defRPr sz="1125" b="0">
                <a:solidFill>
                  <a:srgbClr val="665F68"/>
                </a:solidFill>
                <a:latin typeface="Be Vietnam Pro"/>
                <a:ea typeface="Be Vietnam Pro"/>
                <a:cs typeface="Be Vietnam Pro"/>
              </a:defRPr>
            </a:pPr>
            <a:r>
              <a:rPr sz="1125" b="0">
                <a:solidFill>
                  <a:srgbClr val="665F68"/>
                </a:solidFill>
                <a:latin typeface="Be Vietnam Pro"/>
                <a:ea typeface="Be Vietnam Pro"/>
                <a:cs typeface="Be Vietnam Pro"/>
              </a:rPr>
              <a:t>Proposed model. Pricing and willingness to pay remain unvalidated.</a:t>
            </a:r>
          </a:p>
        </p:txBody>
      </p:sp>
    </p:spTree>
    <p:extLst>
      <p:ext uri="{BB962C8B-B14F-4D97-AF65-F5344CB8AC3E}">
        <p14:creationId xmlns:p14="http://schemas.microsoft.com/office/powerpoint/2010/main" val="98413026"/>
      </p:ext>
    </p:extLst>
  </p:cSld>
</p:sld>
</file>

<file path=ppt/slides/slide11.xml><?xml version="1.0" encoding="utf-8"?>
<p:sld xmlns:p="http://schemas.openxmlformats.org/presentationml/2006/main">
  <p:cSld>
    <p:bg>
      <p:bgPr>
        <a:solidFill xmlns:a="http://schemas.openxmlformats.org/drawingml/2006/main">
          <a:srgbClr val="FAF8F5"/>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F4E8D548-49EA-4245-8F39-34A28A4345A4}"/>
              </a:ext>
            </a:extLst>
          </p:cNvPr>
          <p:cNvPicPr>
            <a:picLocks xmlns:a="http://schemas.openxmlformats.org/drawingml/2006/main" noChangeAspect="1"/>
          </p:cNvPicPr>
          <p:nvPr/>
        </p:nvPicPr>
        <p:blipFill>
          <a:blip xmlns:r="http://schemas.openxmlformats.org/officeDocument/2006/relationships" xmlns:a="http://schemas.openxmlformats.org/drawingml/2006/main" r:embed="R5d7c6c93870e4591">
            <a:extLst>
              <a:ext uri="{96DAC541-7B7A-43D3-8B79-37D633B846F1}">
                <asvg:svgBlip xmlns:asvg="http://schemas.microsoft.com/office/drawing/2016/SVG/main" r:embed="R73af28bc109e49ff"/>
              </a:ext>
            </a:extLst>
          </a:blip>
          <a:stretch xmlns:a="http://schemas.openxmlformats.org/drawingml/2006/main"/>
        </p:blipFill>
        <p:spPr>
          <a:xfrm xmlns:a="http://schemas.openxmlformats.org/drawingml/2006/main">
            <a:off x="609600" y="323850"/>
            <a:ext cx="1495425" cy="419100"/>
          </a:xfrm>
          <a:prstGeom xmlns:a="http://schemas.openxmlformats.org/drawingml/2006/main" prst="rect">
            <a:avLst/>
          </a:prstGeom>
        </p:spPr>
      </p:pic>
      <p:sp>
        <p:nvSpPr>
          <p:cNvPr id="2" name="title">
            <a:extLst xmlns:a="http://schemas.openxmlformats.org/drawingml/2006/main">
              <a:ext uri="{FF2B5EF4-FFF2-40B4-BE49-F238E27FC236}">
                <a16:creationId xmlns:a16="http://schemas.microsoft.com/office/drawing/2014/main" id="{BE81FB77-4E8A-4C66-AB5C-EA36A4F06DA9}"/>
              </a:ext>
            </a:extLst>
          </p:cNvPr>
          <p:cNvSpPr>
            <a:spLocks xmlns:a="http://schemas.openxmlformats.org/drawingml/2006/main" noGrp="1"/>
          </p:cNvSpPr>
          <p:nvPr/>
        </p:nvSpPr>
        <p:spPr>
          <a:xfrm xmlns:a="http://schemas.openxmlformats.org/drawingml/2006/main">
            <a:off x="609600" y="1066800"/>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675" b="1">
                <a:solidFill>
                  <a:srgbClr val="25222A"/>
                </a:solidFill>
                <a:latin typeface="Be Vietnam Pro"/>
                <a:ea typeface="Be Vietnam Pro"/>
                <a:cs typeface="Be Vietnam Pro"/>
              </a:defRPr>
            </a:defPPr>
            <a:lvl1pPr>
              <a:defRPr sz="3675" b="1">
                <a:solidFill>
                  <a:srgbClr val="25222A"/>
                </a:solidFill>
                <a:latin typeface="Be Vietnam Pro"/>
                <a:ea typeface="Be Vietnam Pro"/>
                <a:cs typeface="Be Vietnam Pro"/>
              </a:defRPr>
            </a:lvl1pPr>
            <a:lvl2pPr>
              <a:defRPr sz="3675" b="1">
                <a:solidFill>
                  <a:srgbClr val="25222A"/>
                </a:solidFill>
                <a:latin typeface="Be Vietnam Pro"/>
                <a:ea typeface="Be Vietnam Pro"/>
                <a:cs typeface="Be Vietnam Pro"/>
              </a:defRPr>
            </a:lvl2pPr>
            <a:lvl3pPr>
              <a:defRPr sz="3675" b="1">
                <a:solidFill>
                  <a:srgbClr val="25222A"/>
                </a:solidFill>
                <a:latin typeface="Be Vietnam Pro"/>
                <a:ea typeface="Be Vietnam Pro"/>
                <a:cs typeface="Be Vietnam Pro"/>
              </a:defRPr>
            </a:lvl3pPr>
            <a:lvl4pPr>
              <a:defRPr sz="3675" b="1">
                <a:solidFill>
                  <a:srgbClr val="25222A"/>
                </a:solidFill>
                <a:latin typeface="Be Vietnam Pro"/>
                <a:ea typeface="Be Vietnam Pro"/>
                <a:cs typeface="Be Vietnam Pro"/>
              </a:defRPr>
            </a:lvl4pPr>
            <a:lvl5pPr>
              <a:defRPr sz="3675" b="1">
                <a:solidFill>
                  <a:srgbClr val="25222A"/>
                </a:solidFill>
                <a:latin typeface="Be Vietnam Pro"/>
                <a:ea typeface="Be Vietnam Pro"/>
                <a:cs typeface="Be Vietnam Pro"/>
              </a:defRPr>
            </a:lvl5pPr>
            <a:lvl6pPr>
              <a:defRPr sz="3675" b="1">
                <a:solidFill>
                  <a:srgbClr val="25222A"/>
                </a:solidFill>
                <a:latin typeface="Be Vietnam Pro"/>
                <a:ea typeface="Be Vietnam Pro"/>
                <a:cs typeface="Be Vietnam Pro"/>
              </a:defRPr>
            </a:lvl6pPr>
            <a:lvl7pPr>
              <a:defRPr sz="3675" b="1">
                <a:solidFill>
                  <a:srgbClr val="25222A"/>
                </a:solidFill>
                <a:latin typeface="Be Vietnam Pro"/>
                <a:ea typeface="Be Vietnam Pro"/>
                <a:cs typeface="Be Vietnam Pro"/>
              </a:defRPr>
            </a:lvl7pPr>
            <a:lvl8pPr>
              <a:defRPr sz="3675" b="1">
                <a:solidFill>
                  <a:srgbClr val="25222A"/>
                </a:solidFill>
                <a:latin typeface="Be Vietnam Pro"/>
                <a:ea typeface="Be Vietnam Pro"/>
                <a:cs typeface="Be Vietnam Pro"/>
              </a:defRPr>
            </a:lvl8pPr>
            <a:lvl9pPr>
              <a:defRPr sz="3675" b="1">
                <a:solidFill>
                  <a:srgbClr val="25222A"/>
                </a:solidFill>
                <a:latin typeface="Be Vietnam Pro"/>
                <a:ea typeface="Be Vietnam Pro"/>
                <a:cs typeface="Be Vietnam Pro"/>
              </a:defRPr>
            </a:lvl9pPr>
          </a:lstStyle>
          <a:p xmlns:a="http://schemas.openxmlformats.org/drawingml/2006/main">
            <a:pPr>
              <a:lnSpc>
                <a:spcPct val="116000"/>
              </a:lnSpc>
              <a:buNone/>
              <a:defRPr sz="3675" b="1">
                <a:solidFill>
                  <a:srgbClr val="25222A"/>
                </a:solidFill>
                <a:latin typeface="Be Vietnam Pro"/>
                <a:ea typeface="Be Vietnam Pro"/>
                <a:cs typeface="Be Vietnam Pro"/>
              </a:defRPr>
            </a:pPr>
            <a:r>
              <a:rPr sz="3675" b="1">
                <a:solidFill>
                  <a:srgbClr val="25222A"/>
                </a:solidFill>
                <a:latin typeface="Be Vietnam Pro"/>
                <a:ea typeface="Be Vietnam Pro"/>
                <a:cs typeface="Be Vietnam Pro"/>
              </a:rPr>
              <a:t>A pilot with clear readiness gates</a:t>
            </a:r>
          </a:p>
        </p:txBody>
      </p:sp>
      <p:sp>
        <p:nvSpPr>
          <p:cNvPr id="3" name="page">
            <a:extLst xmlns:a="http://schemas.openxmlformats.org/drawingml/2006/main">
              <a:ext uri="{FF2B5EF4-FFF2-40B4-BE49-F238E27FC236}">
                <a16:creationId xmlns:a16="http://schemas.microsoft.com/office/drawing/2014/main" id="{9DF30089-AEEC-4B11-A190-2055F98DD72F}"/>
              </a:ext>
            </a:extLst>
          </p:cNvPr>
          <p:cNvSpPr>
            <a:spLocks xmlns:a="http://schemas.openxmlformats.org/drawingml/2006/main" noGrp="1"/>
          </p:cNvSpPr>
          <p:nvPr/>
        </p:nvSpPr>
        <p:spPr>
          <a:xfrm xmlns:a="http://schemas.openxmlformats.org/drawingml/2006/main">
            <a:off x="11144250" y="6315075"/>
            <a:ext cx="4381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a:solidFill>
                  <a:srgbClr val="665F68"/>
                </a:solidFill>
                <a:latin typeface="Be Vietnam Pro"/>
                <a:ea typeface="Be Vietnam Pro"/>
                <a:cs typeface="Be Vietnam Pro"/>
              </a:defRPr>
            </a:defPPr>
            <a:lvl1pPr>
              <a:defRPr sz="1200">
                <a:solidFill>
                  <a:srgbClr val="665F68"/>
                </a:solidFill>
                <a:latin typeface="Be Vietnam Pro"/>
                <a:ea typeface="Be Vietnam Pro"/>
                <a:cs typeface="Be Vietnam Pro"/>
              </a:defRPr>
            </a:lvl1pPr>
            <a:lvl2pPr>
              <a:defRPr sz="1200">
                <a:solidFill>
                  <a:srgbClr val="665F68"/>
                </a:solidFill>
                <a:latin typeface="Be Vietnam Pro"/>
                <a:ea typeface="Be Vietnam Pro"/>
                <a:cs typeface="Be Vietnam Pro"/>
              </a:defRPr>
            </a:lvl2pPr>
            <a:lvl3pPr>
              <a:defRPr sz="1200">
                <a:solidFill>
                  <a:srgbClr val="665F68"/>
                </a:solidFill>
                <a:latin typeface="Be Vietnam Pro"/>
                <a:ea typeface="Be Vietnam Pro"/>
                <a:cs typeface="Be Vietnam Pro"/>
              </a:defRPr>
            </a:lvl3pPr>
            <a:lvl4pPr>
              <a:defRPr sz="1200">
                <a:solidFill>
                  <a:srgbClr val="665F68"/>
                </a:solidFill>
                <a:latin typeface="Be Vietnam Pro"/>
                <a:ea typeface="Be Vietnam Pro"/>
                <a:cs typeface="Be Vietnam Pro"/>
              </a:defRPr>
            </a:lvl4pPr>
            <a:lvl5pPr>
              <a:defRPr sz="1200">
                <a:solidFill>
                  <a:srgbClr val="665F68"/>
                </a:solidFill>
                <a:latin typeface="Be Vietnam Pro"/>
                <a:ea typeface="Be Vietnam Pro"/>
                <a:cs typeface="Be Vietnam Pro"/>
              </a:defRPr>
            </a:lvl5pPr>
            <a:lvl6pPr>
              <a:defRPr sz="1200">
                <a:solidFill>
                  <a:srgbClr val="665F68"/>
                </a:solidFill>
                <a:latin typeface="Be Vietnam Pro"/>
                <a:ea typeface="Be Vietnam Pro"/>
                <a:cs typeface="Be Vietnam Pro"/>
              </a:defRPr>
            </a:lvl6pPr>
            <a:lvl7pPr>
              <a:defRPr sz="1200">
                <a:solidFill>
                  <a:srgbClr val="665F68"/>
                </a:solidFill>
                <a:latin typeface="Be Vietnam Pro"/>
                <a:ea typeface="Be Vietnam Pro"/>
                <a:cs typeface="Be Vietnam Pro"/>
              </a:defRPr>
            </a:lvl7pPr>
            <a:lvl8pPr>
              <a:defRPr sz="1200">
                <a:solidFill>
                  <a:srgbClr val="665F68"/>
                </a:solidFill>
                <a:latin typeface="Be Vietnam Pro"/>
                <a:ea typeface="Be Vietnam Pro"/>
                <a:cs typeface="Be Vietnam Pro"/>
              </a:defRPr>
            </a:lvl8pPr>
            <a:lvl9pPr>
              <a:defRPr sz="1200">
                <a:solidFill>
                  <a:srgbClr val="665F68"/>
                </a:solidFill>
                <a:latin typeface="Be Vietnam Pro"/>
                <a:ea typeface="Be Vietnam Pro"/>
                <a:cs typeface="Be Vietnam Pro"/>
              </a:defRPr>
            </a:lvl9pPr>
          </a:lstStyle>
          <a:p xmlns:a="http://schemas.openxmlformats.org/drawingml/2006/main">
            <a:pPr>
              <a:defRPr sz="1200">
                <a:solidFill>
                  <a:srgbClr val="665F68"/>
                </a:solidFill>
                <a:latin typeface="Be Vietnam Pro"/>
                <a:ea typeface="Be Vietnam Pro"/>
                <a:cs typeface="Be Vietnam Pro"/>
              </a:defRPr>
            </a:pPr>
            <a:r>
              <a:rPr sz="1200">
                <a:solidFill>
                  <a:srgbClr val="665F68"/>
                </a:solidFill>
                <a:latin typeface="Be Vietnam Pro"/>
                <a:ea typeface="Be Vietnam Pro"/>
                <a:cs typeface="Be Vietnam Pro"/>
              </a:rPr>
              <a:t>11</a:t>
            </a:r>
          </a:p>
        </p:txBody>
      </p:sp>
      <p:sp>
        <p:nvSpPr>
          <p:cNvPr id="4" name="body">
            <a:extLst xmlns:a="http://schemas.openxmlformats.org/drawingml/2006/main">
              <a:ext uri="{FF2B5EF4-FFF2-40B4-BE49-F238E27FC236}">
                <a16:creationId xmlns:a16="http://schemas.microsoft.com/office/drawing/2014/main" id="{6F7BFBD1-15BE-433C-8CB2-8375E820EF46}"/>
              </a:ext>
            </a:extLst>
          </p:cNvPr>
          <p:cNvSpPr>
            <a:spLocks xmlns:a="http://schemas.openxmlformats.org/drawingml/2006/main" noGrp="1"/>
          </p:cNvSpPr>
          <p:nvPr/>
        </p:nvSpPr>
        <p:spPr>
          <a:xfrm xmlns:a="http://schemas.openxmlformats.org/drawingml/2006/main">
            <a:off x="609600" y="2352675"/>
            <a:ext cx="762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AA1D39"/>
                </a:solidFill>
                <a:latin typeface="Be Vietnam Pro"/>
                <a:ea typeface="Be Vietnam Pro"/>
                <a:cs typeface="Be Vietnam Pro"/>
              </a:defRPr>
            </a:defPPr>
            <a:lvl1pPr>
              <a:defRPr sz="3225" b="1">
                <a:solidFill>
                  <a:srgbClr val="AA1D39"/>
                </a:solidFill>
                <a:latin typeface="Be Vietnam Pro"/>
                <a:ea typeface="Be Vietnam Pro"/>
                <a:cs typeface="Be Vietnam Pro"/>
              </a:defRPr>
            </a:lvl1pPr>
            <a:lvl2pPr>
              <a:defRPr sz="3225" b="1">
                <a:solidFill>
                  <a:srgbClr val="AA1D39"/>
                </a:solidFill>
                <a:latin typeface="Be Vietnam Pro"/>
                <a:ea typeface="Be Vietnam Pro"/>
                <a:cs typeface="Be Vietnam Pro"/>
              </a:defRPr>
            </a:lvl2pPr>
            <a:lvl3pPr>
              <a:defRPr sz="3225" b="1">
                <a:solidFill>
                  <a:srgbClr val="AA1D39"/>
                </a:solidFill>
                <a:latin typeface="Be Vietnam Pro"/>
                <a:ea typeface="Be Vietnam Pro"/>
                <a:cs typeface="Be Vietnam Pro"/>
              </a:defRPr>
            </a:lvl3pPr>
            <a:lvl4pPr>
              <a:defRPr sz="3225" b="1">
                <a:solidFill>
                  <a:srgbClr val="AA1D39"/>
                </a:solidFill>
                <a:latin typeface="Be Vietnam Pro"/>
                <a:ea typeface="Be Vietnam Pro"/>
                <a:cs typeface="Be Vietnam Pro"/>
              </a:defRPr>
            </a:lvl4pPr>
            <a:lvl5pPr>
              <a:defRPr sz="3225" b="1">
                <a:solidFill>
                  <a:srgbClr val="AA1D39"/>
                </a:solidFill>
                <a:latin typeface="Be Vietnam Pro"/>
                <a:ea typeface="Be Vietnam Pro"/>
                <a:cs typeface="Be Vietnam Pro"/>
              </a:defRPr>
            </a:lvl5pPr>
            <a:lvl6pPr>
              <a:defRPr sz="3225" b="1">
                <a:solidFill>
                  <a:srgbClr val="AA1D39"/>
                </a:solidFill>
                <a:latin typeface="Be Vietnam Pro"/>
                <a:ea typeface="Be Vietnam Pro"/>
                <a:cs typeface="Be Vietnam Pro"/>
              </a:defRPr>
            </a:lvl6pPr>
            <a:lvl7pPr>
              <a:defRPr sz="3225" b="1">
                <a:solidFill>
                  <a:srgbClr val="AA1D39"/>
                </a:solidFill>
                <a:latin typeface="Be Vietnam Pro"/>
                <a:ea typeface="Be Vietnam Pro"/>
                <a:cs typeface="Be Vietnam Pro"/>
              </a:defRPr>
            </a:lvl7pPr>
            <a:lvl8pPr>
              <a:defRPr sz="3225" b="1">
                <a:solidFill>
                  <a:srgbClr val="AA1D39"/>
                </a:solidFill>
                <a:latin typeface="Be Vietnam Pro"/>
                <a:ea typeface="Be Vietnam Pro"/>
                <a:cs typeface="Be Vietnam Pro"/>
              </a:defRPr>
            </a:lvl8pPr>
            <a:lvl9pPr>
              <a:defRPr sz="3225" b="1">
                <a:solidFill>
                  <a:srgbClr val="AA1D39"/>
                </a:solidFill>
                <a:latin typeface="Be Vietnam Pro"/>
                <a:ea typeface="Be Vietnam Pro"/>
                <a:cs typeface="Be Vietnam Pro"/>
              </a:defRPr>
            </a:lvl9pPr>
          </a:lstStyle>
          <a:p xmlns:a="http://schemas.openxmlformats.org/drawingml/2006/main">
            <a:pPr>
              <a:lnSpc>
                <a:spcPct val="116000"/>
              </a:lnSpc>
              <a:buNone/>
              <a:defRPr sz="3225" b="1">
                <a:solidFill>
                  <a:srgbClr val="AA1D39"/>
                </a:solidFill>
                <a:latin typeface="Be Vietnam Pro"/>
                <a:ea typeface="Be Vietnam Pro"/>
                <a:cs typeface="Be Vietnam Pro"/>
              </a:defRPr>
            </a:pPr>
            <a:r>
              <a:rPr sz="3225" b="1">
                <a:solidFill>
                  <a:srgbClr val="AA1D39"/>
                </a:solidFill>
                <a:latin typeface="Be Vietnam Pro"/>
                <a:ea typeface="Be Vietnam Pro"/>
                <a:cs typeface="Be Vietnam Pro"/>
              </a:rPr>
              <a:t>01</a:t>
            </a:r>
          </a:p>
        </p:txBody>
      </p:sp>
      <p:sp>
        <p:nvSpPr>
          <p:cNvPr id="5" name="body">
            <a:extLst xmlns:a="http://schemas.openxmlformats.org/drawingml/2006/main">
              <a:ext uri="{FF2B5EF4-FFF2-40B4-BE49-F238E27FC236}">
                <a16:creationId xmlns:a16="http://schemas.microsoft.com/office/drawing/2014/main" id="{6DD76752-FE0A-4393-AF46-340404741F92}"/>
              </a:ext>
            </a:extLst>
          </p:cNvPr>
          <p:cNvSpPr>
            <a:spLocks xmlns:a="http://schemas.openxmlformats.org/drawingml/2006/main" noGrp="1"/>
          </p:cNvSpPr>
          <p:nvPr/>
        </p:nvSpPr>
        <p:spPr>
          <a:xfrm xmlns:a="http://schemas.openxmlformats.org/drawingml/2006/main">
            <a:off x="1695450" y="2352675"/>
            <a:ext cx="39814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1">
                <a:solidFill>
                  <a:srgbClr val="25222A"/>
                </a:solidFill>
                <a:latin typeface="Be Vietnam Pro"/>
                <a:ea typeface="Be Vietnam Pro"/>
                <a:cs typeface="Be Vietnam Pro"/>
              </a:defRPr>
            </a:defPPr>
            <a:lvl1pPr>
              <a:defRPr sz="2100" b="1">
                <a:solidFill>
                  <a:srgbClr val="25222A"/>
                </a:solidFill>
                <a:latin typeface="Be Vietnam Pro"/>
                <a:ea typeface="Be Vietnam Pro"/>
                <a:cs typeface="Be Vietnam Pro"/>
              </a:defRPr>
            </a:lvl1pPr>
            <a:lvl2pPr>
              <a:defRPr sz="2100" b="1">
                <a:solidFill>
                  <a:srgbClr val="25222A"/>
                </a:solidFill>
                <a:latin typeface="Be Vietnam Pro"/>
                <a:ea typeface="Be Vietnam Pro"/>
                <a:cs typeface="Be Vietnam Pro"/>
              </a:defRPr>
            </a:lvl2pPr>
            <a:lvl3pPr>
              <a:defRPr sz="2100" b="1">
                <a:solidFill>
                  <a:srgbClr val="25222A"/>
                </a:solidFill>
                <a:latin typeface="Be Vietnam Pro"/>
                <a:ea typeface="Be Vietnam Pro"/>
                <a:cs typeface="Be Vietnam Pro"/>
              </a:defRPr>
            </a:lvl3pPr>
            <a:lvl4pPr>
              <a:defRPr sz="2100" b="1">
                <a:solidFill>
                  <a:srgbClr val="25222A"/>
                </a:solidFill>
                <a:latin typeface="Be Vietnam Pro"/>
                <a:ea typeface="Be Vietnam Pro"/>
                <a:cs typeface="Be Vietnam Pro"/>
              </a:defRPr>
            </a:lvl4pPr>
            <a:lvl5pPr>
              <a:defRPr sz="2100" b="1">
                <a:solidFill>
                  <a:srgbClr val="25222A"/>
                </a:solidFill>
                <a:latin typeface="Be Vietnam Pro"/>
                <a:ea typeface="Be Vietnam Pro"/>
                <a:cs typeface="Be Vietnam Pro"/>
              </a:defRPr>
            </a:lvl5pPr>
            <a:lvl6pPr>
              <a:defRPr sz="2100" b="1">
                <a:solidFill>
                  <a:srgbClr val="25222A"/>
                </a:solidFill>
                <a:latin typeface="Be Vietnam Pro"/>
                <a:ea typeface="Be Vietnam Pro"/>
                <a:cs typeface="Be Vietnam Pro"/>
              </a:defRPr>
            </a:lvl6pPr>
            <a:lvl7pPr>
              <a:defRPr sz="2100" b="1">
                <a:solidFill>
                  <a:srgbClr val="25222A"/>
                </a:solidFill>
                <a:latin typeface="Be Vietnam Pro"/>
                <a:ea typeface="Be Vietnam Pro"/>
                <a:cs typeface="Be Vietnam Pro"/>
              </a:defRPr>
            </a:lvl7pPr>
            <a:lvl8pPr>
              <a:defRPr sz="2100" b="1">
                <a:solidFill>
                  <a:srgbClr val="25222A"/>
                </a:solidFill>
                <a:latin typeface="Be Vietnam Pro"/>
                <a:ea typeface="Be Vietnam Pro"/>
                <a:cs typeface="Be Vietnam Pro"/>
              </a:defRPr>
            </a:lvl8pPr>
            <a:lvl9pPr>
              <a:defRPr sz="2100" b="1">
                <a:solidFill>
                  <a:srgbClr val="25222A"/>
                </a:solidFill>
                <a:latin typeface="Be Vietnam Pro"/>
                <a:ea typeface="Be Vietnam Pro"/>
                <a:cs typeface="Be Vietnam Pro"/>
              </a:defRPr>
            </a:lvl9pPr>
          </a:lstStyle>
          <a:p xmlns:a="http://schemas.openxmlformats.org/drawingml/2006/main">
            <a:pPr>
              <a:lnSpc>
                <a:spcPct val="116000"/>
              </a:lnSpc>
              <a:buNone/>
              <a:defRPr sz="2100" b="1">
                <a:solidFill>
                  <a:srgbClr val="25222A"/>
                </a:solidFill>
                <a:latin typeface="Be Vietnam Pro"/>
                <a:ea typeface="Be Vietnam Pro"/>
                <a:cs typeface="Be Vietnam Pro"/>
              </a:defRPr>
            </a:pPr>
            <a:r>
              <a:rPr sz="2100" b="1">
                <a:solidFill>
                  <a:srgbClr val="25222A"/>
                </a:solidFill>
                <a:latin typeface="Be Vietnam Pro"/>
                <a:ea typeface="Be Vietnam Pro"/>
                <a:cs typeface="Be Vietnam Pro"/>
              </a:rPr>
              <a:t>Product validation</a:t>
            </a:r>
          </a:p>
        </p:txBody>
      </p:sp>
      <p:sp>
        <p:nvSpPr>
          <p:cNvPr id="6" name="body">
            <a:extLst xmlns:a="http://schemas.openxmlformats.org/drawingml/2006/main">
              <a:ext uri="{FF2B5EF4-FFF2-40B4-BE49-F238E27FC236}">
                <a16:creationId xmlns:a16="http://schemas.microsoft.com/office/drawing/2014/main" id="{CED7C219-E5CD-44F3-9880-4A4C04A37366}"/>
              </a:ext>
            </a:extLst>
          </p:cNvPr>
          <p:cNvSpPr>
            <a:spLocks xmlns:a="http://schemas.openxmlformats.org/drawingml/2006/main" noGrp="1"/>
          </p:cNvSpPr>
          <p:nvPr/>
        </p:nvSpPr>
        <p:spPr>
          <a:xfrm xmlns:a="http://schemas.openxmlformats.org/drawingml/2006/main">
            <a:off x="6057900" y="2352675"/>
            <a:ext cx="5334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0">
                <a:solidFill>
                  <a:srgbClr val="665F68"/>
                </a:solidFill>
                <a:latin typeface="Be Vietnam Pro"/>
                <a:ea typeface="Be Vietnam Pro"/>
                <a:cs typeface="Be Vietnam Pro"/>
              </a:defRPr>
            </a:defPPr>
            <a:lvl1pPr>
              <a:defRPr sz="2025" b="0">
                <a:solidFill>
                  <a:srgbClr val="665F68"/>
                </a:solidFill>
                <a:latin typeface="Be Vietnam Pro"/>
                <a:ea typeface="Be Vietnam Pro"/>
                <a:cs typeface="Be Vietnam Pro"/>
              </a:defRPr>
            </a:lvl1pPr>
            <a:lvl2pPr>
              <a:defRPr sz="2025" b="0">
                <a:solidFill>
                  <a:srgbClr val="665F68"/>
                </a:solidFill>
                <a:latin typeface="Be Vietnam Pro"/>
                <a:ea typeface="Be Vietnam Pro"/>
                <a:cs typeface="Be Vietnam Pro"/>
              </a:defRPr>
            </a:lvl2pPr>
            <a:lvl3pPr>
              <a:defRPr sz="2025" b="0">
                <a:solidFill>
                  <a:srgbClr val="665F68"/>
                </a:solidFill>
                <a:latin typeface="Be Vietnam Pro"/>
                <a:ea typeface="Be Vietnam Pro"/>
                <a:cs typeface="Be Vietnam Pro"/>
              </a:defRPr>
            </a:lvl3pPr>
            <a:lvl4pPr>
              <a:defRPr sz="2025" b="0">
                <a:solidFill>
                  <a:srgbClr val="665F68"/>
                </a:solidFill>
                <a:latin typeface="Be Vietnam Pro"/>
                <a:ea typeface="Be Vietnam Pro"/>
                <a:cs typeface="Be Vietnam Pro"/>
              </a:defRPr>
            </a:lvl4pPr>
            <a:lvl5pPr>
              <a:defRPr sz="2025" b="0">
                <a:solidFill>
                  <a:srgbClr val="665F68"/>
                </a:solidFill>
                <a:latin typeface="Be Vietnam Pro"/>
                <a:ea typeface="Be Vietnam Pro"/>
                <a:cs typeface="Be Vietnam Pro"/>
              </a:defRPr>
            </a:lvl5pPr>
            <a:lvl6pPr>
              <a:defRPr sz="2025" b="0">
                <a:solidFill>
                  <a:srgbClr val="665F68"/>
                </a:solidFill>
                <a:latin typeface="Be Vietnam Pro"/>
                <a:ea typeface="Be Vietnam Pro"/>
                <a:cs typeface="Be Vietnam Pro"/>
              </a:defRPr>
            </a:lvl6pPr>
            <a:lvl7pPr>
              <a:defRPr sz="2025" b="0">
                <a:solidFill>
                  <a:srgbClr val="665F68"/>
                </a:solidFill>
                <a:latin typeface="Be Vietnam Pro"/>
                <a:ea typeface="Be Vietnam Pro"/>
                <a:cs typeface="Be Vietnam Pro"/>
              </a:defRPr>
            </a:lvl7pPr>
            <a:lvl8pPr>
              <a:defRPr sz="2025" b="0">
                <a:solidFill>
                  <a:srgbClr val="665F68"/>
                </a:solidFill>
                <a:latin typeface="Be Vietnam Pro"/>
                <a:ea typeface="Be Vietnam Pro"/>
                <a:cs typeface="Be Vietnam Pro"/>
              </a:defRPr>
            </a:lvl8pPr>
            <a:lvl9pPr>
              <a:defRPr sz="2025" b="0">
                <a:solidFill>
                  <a:srgbClr val="665F68"/>
                </a:solidFill>
                <a:latin typeface="Be Vietnam Pro"/>
                <a:ea typeface="Be Vietnam Pro"/>
                <a:cs typeface="Be Vietnam Pro"/>
              </a:defRPr>
            </a:lvl9pPr>
          </a:lstStyle>
          <a:p xmlns:a="http://schemas.openxmlformats.org/drawingml/2006/main">
            <a:pPr>
              <a:lnSpc>
                <a:spcPct val="116000"/>
              </a:lnSpc>
              <a:buNone/>
              <a:defRPr sz="2025" b="0">
                <a:solidFill>
                  <a:srgbClr val="665F68"/>
                </a:solidFill>
                <a:latin typeface="Be Vietnam Pro"/>
                <a:ea typeface="Be Vietnam Pro"/>
                <a:cs typeface="Be Vietnam Pro"/>
              </a:defRPr>
            </a:pPr>
            <a:r>
              <a:rPr sz="2025" b="0">
                <a:solidFill>
                  <a:srgbClr val="665F68"/>
                </a:solidFill>
                <a:latin typeface="Be Vietnam Pro"/>
                <a:ea typeface="Be Vietnam Pro"/>
                <a:cs typeface="Be Vietnam Pro"/>
              </a:rPr>
              <a:t>Observe applicants and notaries using real tasks in a controlled pilot.</a:t>
            </a:r>
          </a:p>
        </p:txBody>
      </p:sp>
      <p:sp>
        <p:nvSpPr>
          <p:cNvPr id="7" name="body">
            <a:extLst xmlns:a="http://schemas.openxmlformats.org/drawingml/2006/main">
              <a:ext uri="{FF2B5EF4-FFF2-40B4-BE49-F238E27FC236}">
                <a16:creationId xmlns:a16="http://schemas.microsoft.com/office/drawing/2014/main" id="{5F601409-955F-4714-9CF3-EF0F1998ED2C}"/>
              </a:ext>
            </a:extLst>
          </p:cNvPr>
          <p:cNvSpPr>
            <a:spLocks xmlns:a="http://schemas.openxmlformats.org/drawingml/2006/main" noGrp="1"/>
          </p:cNvSpPr>
          <p:nvPr/>
        </p:nvSpPr>
        <p:spPr>
          <a:xfrm xmlns:a="http://schemas.openxmlformats.org/drawingml/2006/main">
            <a:off x="609600" y="3457575"/>
            <a:ext cx="762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AA1D39"/>
                </a:solidFill>
                <a:latin typeface="Be Vietnam Pro"/>
                <a:ea typeface="Be Vietnam Pro"/>
                <a:cs typeface="Be Vietnam Pro"/>
              </a:defRPr>
            </a:defPPr>
            <a:lvl1pPr>
              <a:defRPr sz="3225" b="1">
                <a:solidFill>
                  <a:srgbClr val="AA1D39"/>
                </a:solidFill>
                <a:latin typeface="Be Vietnam Pro"/>
                <a:ea typeface="Be Vietnam Pro"/>
                <a:cs typeface="Be Vietnam Pro"/>
              </a:defRPr>
            </a:lvl1pPr>
            <a:lvl2pPr>
              <a:defRPr sz="3225" b="1">
                <a:solidFill>
                  <a:srgbClr val="AA1D39"/>
                </a:solidFill>
                <a:latin typeface="Be Vietnam Pro"/>
                <a:ea typeface="Be Vietnam Pro"/>
                <a:cs typeface="Be Vietnam Pro"/>
              </a:defRPr>
            </a:lvl2pPr>
            <a:lvl3pPr>
              <a:defRPr sz="3225" b="1">
                <a:solidFill>
                  <a:srgbClr val="AA1D39"/>
                </a:solidFill>
                <a:latin typeface="Be Vietnam Pro"/>
                <a:ea typeface="Be Vietnam Pro"/>
                <a:cs typeface="Be Vietnam Pro"/>
              </a:defRPr>
            </a:lvl3pPr>
            <a:lvl4pPr>
              <a:defRPr sz="3225" b="1">
                <a:solidFill>
                  <a:srgbClr val="AA1D39"/>
                </a:solidFill>
                <a:latin typeface="Be Vietnam Pro"/>
                <a:ea typeface="Be Vietnam Pro"/>
                <a:cs typeface="Be Vietnam Pro"/>
              </a:defRPr>
            </a:lvl4pPr>
            <a:lvl5pPr>
              <a:defRPr sz="3225" b="1">
                <a:solidFill>
                  <a:srgbClr val="AA1D39"/>
                </a:solidFill>
                <a:latin typeface="Be Vietnam Pro"/>
                <a:ea typeface="Be Vietnam Pro"/>
                <a:cs typeface="Be Vietnam Pro"/>
              </a:defRPr>
            </a:lvl5pPr>
            <a:lvl6pPr>
              <a:defRPr sz="3225" b="1">
                <a:solidFill>
                  <a:srgbClr val="AA1D39"/>
                </a:solidFill>
                <a:latin typeface="Be Vietnam Pro"/>
                <a:ea typeface="Be Vietnam Pro"/>
                <a:cs typeface="Be Vietnam Pro"/>
              </a:defRPr>
            </a:lvl6pPr>
            <a:lvl7pPr>
              <a:defRPr sz="3225" b="1">
                <a:solidFill>
                  <a:srgbClr val="AA1D39"/>
                </a:solidFill>
                <a:latin typeface="Be Vietnam Pro"/>
                <a:ea typeface="Be Vietnam Pro"/>
                <a:cs typeface="Be Vietnam Pro"/>
              </a:defRPr>
            </a:lvl7pPr>
            <a:lvl8pPr>
              <a:defRPr sz="3225" b="1">
                <a:solidFill>
                  <a:srgbClr val="AA1D39"/>
                </a:solidFill>
                <a:latin typeface="Be Vietnam Pro"/>
                <a:ea typeface="Be Vietnam Pro"/>
                <a:cs typeface="Be Vietnam Pro"/>
              </a:defRPr>
            </a:lvl8pPr>
            <a:lvl9pPr>
              <a:defRPr sz="3225" b="1">
                <a:solidFill>
                  <a:srgbClr val="AA1D39"/>
                </a:solidFill>
                <a:latin typeface="Be Vietnam Pro"/>
                <a:ea typeface="Be Vietnam Pro"/>
                <a:cs typeface="Be Vietnam Pro"/>
              </a:defRPr>
            </a:lvl9pPr>
          </a:lstStyle>
          <a:p xmlns:a="http://schemas.openxmlformats.org/drawingml/2006/main">
            <a:pPr>
              <a:lnSpc>
                <a:spcPct val="116000"/>
              </a:lnSpc>
              <a:buNone/>
              <a:defRPr sz="3225" b="1">
                <a:solidFill>
                  <a:srgbClr val="AA1D39"/>
                </a:solidFill>
                <a:latin typeface="Be Vietnam Pro"/>
                <a:ea typeface="Be Vietnam Pro"/>
                <a:cs typeface="Be Vietnam Pro"/>
              </a:defRPr>
            </a:pPr>
            <a:r>
              <a:rPr sz="3225" b="1">
                <a:solidFill>
                  <a:srgbClr val="AA1D39"/>
                </a:solidFill>
                <a:latin typeface="Be Vietnam Pro"/>
                <a:ea typeface="Be Vietnam Pro"/>
                <a:cs typeface="Be Vietnam Pro"/>
              </a:rPr>
              <a:t>02</a:t>
            </a:r>
          </a:p>
        </p:txBody>
      </p:sp>
      <p:sp>
        <p:nvSpPr>
          <p:cNvPr id="8" name="body">
            <a:extLst xmlns:a="http://schemas.openxmlformats.org/drawingml/2006/main">
              <a:ext uri="{FF2B5EF4-FFF2-40B4-BE49-F238E27FC236}">
                <a16:creationId xmlns:a16="http://schemas.microsoft.com/office/drawing/2014/main" id="{76A59AA5-E52E-4BAC-ABFF-A146D153C469}"/>
              </a:ext>
            </a:extLst>
          </p:cNvPr>
          <p:cNvSpPr>
            <a:spLocks xmlns:a="http://schemas.openxmlformats.org/drawingml/2006/main" noGrp="1"/>
          </p:cNvSpPr>
          <p:nvPr/>
        </p:nvSpPr>
        <p:spPr>
          <a:xfrm xmlns:a="http://schemas.openxmlformats.org/drawingml/2006/main">
            <a:off x="1695450" y="3457575"/>
            <a:ext cx="39814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1">
                <a:solidFill>
                  <a:srgbClr val="25222A"/>
                </a:solidFill>
                <a:latin typeface="Be Vietnam Pro"/>
                <a:ea typeface="Be Vietnam Pro"/>
                <a:cs typeface="Be Vietnam Pro"/>
              </a:defRPr>
            </a:defPPr>
            <a:lvl1pPr>
              <a:defRPr sz="2100" b="1">
                <a:solidFill>
                  <a:srgbClr val="25222A"/>
                </a:solidFill>
                <a:latin typeface="Be Vietnam Pro"/>
                <a:ea typeface="Be Vietnam Pro"/>
                <a:cs typeface="Be Vietnam Pro"/>
              </a:defRPr>
            </a:lvl1pPr>
            <a:lvl2pPr>
              <a:defRPr sz="2100" b="1">
                <a:solidFill>
                  <a:srgbClr val="25222A"/>
                </a:solidFill>
                <a:latin typeface="Be Vietnam Pro"/>
                <a:ea typeface="Be Vietnam Pro"/>
                <a:cs typeface="Be Vietnam Pro"/>
              </a:defRPr>
            </a:lvl2pPr>
            <a:lvl3pPr>
              <a:defRPr sz="2100" b="1">
                <a:solidFill>
                  <a:srgbClr val="25222A"/>
                </a:solidFill>
                <a:latin typeface="Be Vietnam Pro"/>
                <a:ea typeface="Be Vietnam Pro"/>
                <a:cs typeface="Be Vietnam Pro"/>
              </a:defRPr>
            </a:lvl3pPr>
            <a:lvl4pPr>
              <a:defRPr sz="2100" b="1">
                <a:solidFill>
                  <a:srgbClr val="25222A"/>
                </a:solidFill>
                <a:latin typeface="Be Vietnam Pro"/>
                <a:ea typeface="Be Vietnam Pro"/>
                <a:cs typeface="Be Vietnam Pro"/>
              </a:defRPr>
            </a:lvl4pPr>
            <a:lvl5pPr>
              <a:defRPr sz="2100" b="1">
                <a:solidFill>
                  <a:srgbClr val="25222A"/>
                </a:solidFill>
                <a:latin typeface="Be Vietnam Pro"/>
                <a:ea typeface="Be Vietnam Pro"/>
                <a:cs typeface="Be Vietnam Pro"/>
              </a:defRPr>
            </a:lvl5pPr>
            <a:lvl6pPr>
              <a:defRPr sz="2100" b="1">
                <a:solidFill>
                  <a:srgbClr val="25222A"/>
                </a:solidFill>
                <a:latin typeface="Be Vietnam Pro"/>
                <a:ea typeface="Be Vietnam Pro"/>
                <a:cs typeface="Be Vietnam Pro"/>
              </a:defRPr>
            </a:lvl6pPr>
            <a:lvl7pPr>
              <a:defRPr sz="2100" b="1">
                <a:solidFill>
                  <a:srgbClr val="25222A"/>
                </a:solidFill>
                <a:latin typeface="Be Vietnam Pro"/>
                <a:ea typeface="Be Vietnam Pro"/>
                <a:cs typeface="Be Vietnam Pro"/>
              </a:defRPr>
            </a:lvl7pPr>
            <a:lvl8pPr>
              <a:defRPr sz="2100" b="1">
                <a:solidFill>
                  <a:srgbClr val="25222A"/>
                </a:solidFill>
                <a:latin typeface="Be Vietnam Pro"/>
                <a:ea typeface="Be Vietnam Pro"/>
                <a:cs typeface="Be Vietnam Pro"/>
              </a:defRPr>
            </a:lvl8pPr>
            <a:lvl9pPr>
              <a:defRPr sz="2100" b="1">
                <a:solidFill>
                  <a:srgbClr val="25222A"/>
                </a:solidFill>
                <a:latin typeface="Be Vietnam Pro"/>
                <a:ea typeface="Be Vietnam Pro"/>
                <a:cs typeface="Be Vietnam Pro"/>
              </a:defRPr>
            </a:lvl9pPr>
          </a:lstStyle>
          <a:p xmlns:a="http://schemas.openxmlformats.org/drawingml/2006/main">
            <a:pPr>
              <a:lnSpc>
                <a:spcPct val="116000"/>
              </a:lnSpc>
              <a:buNone/>
              <a:defRPr sz="2100" b="1">
                <a:solidFill>
                  <a:srgbClr val="25222A"/>
                </a:solidFill>
                <a:latin typeface="Be Vietnam Pro"/>
                <a:ea typeface="Be Vietnam Pro"/>
                <a:cs typeface="Be Vietnam Pro"/>
              </a:defRPr>
            </a:pPr>
            <a:r>
              <a:rPr sz="2100" b="1">
                <a:solidFill>
                  <a:srgbClr val="25222A"/>
                </a:solidFill>
                <a:latin typeface="Be Vietnam Pro"/>
                <a:ea typeface="Be Vietnam Pro"/>
                <a:cs typeface="Be Vietnam Pro"/>
              </a:rPr>
              <a:t>Legal and security review</a:t>
            </a:r>
          </a:p>
        </p:txBody>
      </p:sp>
      <p:sp>
        <p:nvSpPr>
          <p:cNvPr id="9" name="body">
            <a:extLst xmlns:a="http://schemas.openxmlformats.org/drawingml/2006/main">
              <a:ext uri="{FF2B5EF4-FFF2-40B4-BE49-F238E27FC236}">
                <a16:creationId xmlns:a16="http://schemas.microsoft.com/office/drawing/2014/main" id="{2AE8CF01-3873-4B64-B25C-8B64BDBF15B8}"/>
              </a:ext>
            </a:extLst>
          </p:cNvPr>
          <p:cNvSpPr>
            <a:spLocks xmlns:a="http://schemas.openxmlformats.org/drawingml/2006/main" noGrp="1"/>
          </p:cNvSpPr>
          <p:nvPr/>
        </p:nvSpPr>
        <p:spPr>
          <a:xfrm xmlns:a="http://schemas.openxmlformats.org/drawingml/2006/main">
            <a:off x="6057900" y="3457575"/>
            <a:ext cx="5334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0">
                <a:solidFill>
                  <a:srgbClr val="665F68"/>
                </a:solidFill>
                <a:latin typeface="Be Vietnam Pro"/>
                <a:ea typeface="Be Vietnam Pro"/>
                <a:cs typeface="Be Vietnam Pro"/>
              </a:defRPr>
            </a:defPPr>
            <a:lvl1pPr>
              <a:defRPr sz="2025" b="0">
                <a:solidFill>
                  <a:srgbClr val="665F68"/>
                </a:solidFill>
                <a:latin typeface="Be Vietnam Pro"/>
                <a:ea typeface="Be Vietnam Pro"/>
                <a:cs typeface="Be Vietnam Pro"/>
              </a:defRPr>
            </a:lvl1pPr>
            <a:lvl2pPr>
              <a:defRPr sz="2025" b="0">
                <a:solidFill>
                  <a:srgbClr val="665F68"/>
                </a:solidFill>
                <a:latin typeface="Be Vietnam Pro"/>
                <a:ea typeface="Be Vietnam Pro"/>
                <a:cs typeface="Be Vietnam Pro"/>
              </a:defRPr>
            </a:lvl2pPr>
            <a:lvl3pPr>
              <a:defRPr sz="2025" b="0">
                <a:solidFill>
                  <a:srgbClr val="665F68"/>
                </a:solidFill>
                <a:latin typeface="Be Vietnam Pro"/>
                <a:ea typeface="Be Vietnam Pro"/>
                <a:cs typeface="Be Vietnam Pro"/>
              </a:defRPr>
            </a:lvl3pPr>
            <a:lvl4pPr>
              <a:defRPr sz="2025" b="0">
                <a:solidFill>
                  <a:srgbClr val="665F68"/>
                </a:solidFill>
                <a:latin typeface="Be Vietnam Pro"/>
                <a:ea typeface="Be Vietnam Pro"/>
                <a:cs typeface="Be Vietnam Pro"/>
              </a:defRPr>
            </a:lvl4pPr>
            <a:lvl5pPr>
              <a:defRPr sz="2025" b="0">
                <a:solidFill>
                  <a:srgbClr val="665F68"/>
                </a:solidFill>
                <a:latin typeface="Be Vietnam Pro"/>
                <a:ea typeface="Be Vietnam Pro"/>
                <a:cs typeface="Be Vietnam Pro"/>
              </a:defRPr>
            </a:lvl5pPr>
            <a:lvl6pPr>
              <a:defRPr sz="2025" b="0">
                <a:solidFill>
                  <a:srgbClr val="665F68"/>
                </a:solidFill>
                <a:latin typeface="Be Vietnam Pro"/>
                <a:ea typeface="Be Vietnam Pro"/>
                <a:cs typeface="Be Vietnam Pro"/>
              </a:defRPr>
            </a:lvl6pPr>
            <a:lvl7pPr>
              <a:defRPr sz="2025" b="0">
                <a:solidFill>
                  <a:srgbClr val="665F68"/>
                </a:solidFill>
                <a:latin typeface="Be Vietnam Pro"/>
                <a:ea typeface="Be Vietnam Pro"/>
                <a:cs typeface="Be Vietnam Pro"/>
              </a:defRPr>
            </a:lvl7pPr>
            <a:lvl8pPr>
              <a:defRPr sz="2025" b="0">
                <a:solidFill>
                  <a:srgbClr val="665F68"/>
                </a:solidFill>
                <a:latin typeface="Be Vietnam Pro"/>
                <a:ea typeface="Be Vietnam Pro"/>
                <a:cs typeface="Be Vietnam Pro"/>
              </a:defRPr>
            </a:lvl8pPr>
            <a:lvl9pPr>
              <a:defRPr sz="2025" b="0">
                <a:solidFill>
                  <a:srgbClr val="665F68"/>
                </a:solidFill>
                <a:latin typeface="Be Vietnam Pro"/>
                <a:ea typeface="Be Vietnam Pro"/>
                <a:cs typeface="Be Vietnam Pro"/>
              </a:defRPr>
            </a:lvl9pPr>
          </a:lstStyle>
          <a:p xmlns:a="http://schemas.openxmlformats.org/drawingml/2006/main">
            <a:pPr>
              <a:lnSpc>
                <a:spcPct val="116000"/>
              </a:lnSpc>
              <a:buNone/>
              <a:defRPr sz="2025" b="0">
                <a:solidFill>
                  <a:srgbClr val="665F68"/>
                </a:solidFill>
                <a:latin typeface="Be Vietnam Pro"/>
                <a:ea typeface="Be Vietnam Pro"/>
                <a:cs typeface="Be Vietnam Pro"/>
              </a:defRPr>
            </a:pPr>
            <a:r>
              <a:rPr sz="2025" b="0">
                <a:solidFill>
                  <a:srgbClr val="665F68"/>
                </a:solidFill>
                <a:latin typeface="Be Vietnam Pro"/>
                <a:ea typeface="Be Vietnam Pro"/>
                <a:cs typeface="Be Vietnam Pro"/>
              </a:rPr>
              <a:t>Confirm eligible workflows, identity checks, signing and data handling with qualified partners.</a:t>
            </a:r>
          </a:p>
        </p:txBody>
      </p:sp>
      <p:sp>
        <p:nvSpPr>
          <p:cNvPr id="10" name="body">
            <a:extLst xmlns:a="http://schemas.openxmlformats.org/drawingml/2006/main">
              <a:ext uri="{FF2B5EF4-FFF2-40B4-BE49-F238E27FC236}">
                <a16:creationId xmlns:a16="http://schemas.microsoft.com/office/drawing/2014/main" id="{05CC2FF5-2786-4F14-BC98-54F8998717DF}"/>
              </a:ext>
            </a:extLst>
          </p:cNvPr>
          <p:cNvSpPr>
            <a:spLocks xmlns:a="http://schemas.openxmlformats.org/drawingml/2006/main" noGrp="1"/>
          </p:cNvSpPr>
          <p:nvPr/>
        </p:nvSpPr>
        <p:spPr>
          <a:xfrm xmlns:a="http://schemas.openxmlformats.org/drawingml/2006/main">
            <a:off x="609600" y="4562475"/>
            <a:ext cx="762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AA1D39"/>
                </a:solidFill>
                <a:latin typeface="Be Vietnam Pro"/>
                <a:ea typeface="Be Vietnam Pro"/>
                <a:cs typeface="Be Vietnam Pro"/>
              </a:defRPr>
            </a:defPPr>
            <a:lvl1pPr>
              <a:defRPr sz="3225" b="1">
                <a:solidFill>
                  <a:srgbClr val="AA1D39"/>
                </a:solidFill>
                <a:latin typeface="Be Vietnam Pro"/>
                <a:ea typeface="Be Vietnam Pro"/>
                <a:cs typeface="Be Vietnam Pro"/>
              </a:defRPr>
            </a:lvl1pPr>
            <a:lvl2pPr>
              <a:defRPr sz="3225" b="1">
                <a:solidFill>
                  <a:srgbClr val="AA1D39"/>
                </a:solidFill>
                <a:latin typeface="Be Vietnam Pro"/>
                <a:ea typeface="Be Vietnam Pro"/>
                <a:cs typeface="Be Vietnam Pro"/>
              </a:defRPr>
            </a:lvl2pPr>
            <a:lvl3pPr>
              <a:defRPr sz="3225" b="1">
                <a:solidFill>
                  <a:srgbClr val="AA1D39"/>
                </a:solidFill>
                <a:latin typeface="Be Vietnam Pro"/>
                <a:ea typeface="Be Vietnam Pro"/>
                <a:cs typeface="Be Vietnam Pro"/>
              </a:defRPr>
            </a:lvl3pPr>
            <a:lvl4pPr>
              <a:defRPr sz="3225" b="1">
                <a:solidFill>
                  <a:srgbClr val="AA1D39"/>
                </a:solidFill>
                <a:latin typeface="Be Vietnam Pro"/>
                <a:ea typeface="Be Vietnam Pro"/>
                <a:cs typeface="Be Vietnam Pro"/>
              </a:defRPr>
            </a:lvl4pPr>
            <a:lvl5pPr>
              <a:defRPr sz="3225" b="1">
                <a:solidFill>
                  <a:srgbClr val="AA1D39"/>
                </a:solidFill>
                <a:latin typeface="Be Vietnam Pro"/>
                <a:ea typeface="Be Vietnam Pro"/>
                <a:cs typeface="Be Vietnam Pro"/>
              </a:defRPr>
            </a:lvl5pPr>
            <a:lvl6pPr>
              <a:defRPr sz="3225" b="1">
                <a:solidFill>
                  <a:srgbClr val="AA1D39"/>
                </a:solidFill>
                <a:latin typeface="Be Vietnam Pro"/>
                <a:ea typeface="Be Vietnam Pro"/>
                <a:cs typeface="Be Vietnam Pro"/>
              </a:defRPr>
            </a:lvl6pPr>
            <a:lvl7pPr>
              <a:defRPr sz="3225" b="1">
                <a:solidFill>
                  <a:srgbClr val="AA1D39"/>
                </a:solidFill>
                <a:latin typeface="Be Vietnam Pro"/>
                <a:ea typeface="Be Vietnam Pro"/>
                <a:cs typeface="Be Vietnam Pro"/>
              </a:defRPr>
            </a:lvl7pPr>
            <a:lvl8pPr>
              <a:defRPr sz="3225" b="1">
                <a:solidFill>
                  <a:srgbClr val="AA1D39"/>
                </a:solidFill>
                <a:latin typeface="Be Vietnam Pro"/>
                <a:ea typeface="Be Vietnam Pro"/>
                <a:cs typeface="Be Vietnam Pro"/>
              </a:defRPr>
            </a:lvl8pPr>
            <a:lvl9pPr>
              <a:defRPr sz="3225" b="1">
                <a:solidFill>
                  <a:srgbClr val="AA1D39"/>
                </a:solidFill>
                <a:latin typeface="Be Vietnam Pro"/>
                <a:ea typeface="Be Vietnam Pro"/>
                <a:cs typeface="Be Vietnam Pro"/>
              </a:defRPr>
            </a:lvl9pPr>
          </a:lstStyle>
          <a:p xmlns:a="http://schemas.openxmlformats.org/drawingml/2006/main">
            <a:pPr>
              <a:lnSpc>
                <a:spcPct val="116000"/>
              </a:lnSpc>
              <a:buNone/>
              <a:defRPr sz="3225" b="1">
                <a:solidFill>
                  <a:srgbClr val="AA1D39"/>
                </a:solidFill>
                <a:latin typeface="Be Vietnam Pro"/>
                <a:ea typeface="Be Vietnam Pro"/>
                <a:cs typeface="Be Vietnam Pro"/>
              </a:defRPr>
            </a:pPr>
            <a:r>
              <a:rPr sz="3225" b="1">
                <a:solidFill>
                  <a:srgbClr val="AA1D39"/>
                </a:solidFill>
                <a:latin typeface="Be Vietnam Pro"/>
                <a:ea typeface="Be Vietnam Pro"/>
                <a:cs typeface="Be Vietnam Pro"/>
              </a:rPr>
              <a:t>03</a:t>
            </a:r>
          </a:p>
        </p:txBody>
      </p:sp>
      <p:sp>
        <p:nvSpPr>
          <p:cNvPr id="11" name="body">
            <a:extLst xmlns:a="http://schemas.openxmlformats.org/drawingml/2006/main">
              <a:ext uri="{FF2B5EF4-FFF2-40B4-BE49-F238E27FC236}">
                <a16:creationId xmlns:a16="http://schemas.microsoft.com/office/drawing/2014/main" id="{61935C7A-5CB9-4C92-AA4E-D9615F55FE88}"/>
              </a:ext>
            </a:extLst>
          </p:cNvPr>
          <p:cNvSpPr>
            <a:spLocks xmlns:a="http://schemas.openxmlformats.org/drawingml/2006/main" noGrp="1"/>
          </p:cNvSpPr>
          <p:nvPr/>
        </p:nvSpPr>
        <p:spPr>
          <a:xfrm xmlns:a="http://schemas.openxmlformats.org/drawingml/2006/main">
            <a:off x="1695450" y="4562475"/>
            <a:ext cx="39814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1">
                <a:solidFill>
                  <a:srgbClr val="25222A"/>
                </a:solidFill>
                <a:latin typeface="Be Vietnam Pro"/>
                <a:ea typeface="Be Vietnam Pro"/>
                <a:cs typeface="Be Vietnam Pro"/>
              </a:defRPr>
            </a:defPPr>
            <a:lvl1pPr>
              <a:defRPr sz="2100" b="1">
                <a:solidFill>
                  <a:srgbClr val="25222A"/>
                </a:solidFill>
                <a:latin typeface="Be Vietnam Pro"/>
                <a:ea typeface="Be Vietnam Pro"/>
                <a:cs typeface="Be Vietnam Pro"/>
              </a:defRPr>
            </a:lvl1pPr>
            <a:lvl2pPr>
              <a:defRPr sz="2100" b="1">
                <a:solidFill>
                  <a:srgbClr val="25222A"/>
                </a:solidFill>
                <a:latin typeface="Be Vietnam Pro"/>
                <a:ea typeface="Be Vietnam Pro"/>
                <a:cs typeface="Be Vietnam Pro"/>
              </a:defRPr>
            </a:lvl2pPr>
            <a:lvl3pPr>
              <a:defRPr sz="2100" b="1">
                <a:solidFill>
                  <a:srgbClr val="25222A"/>
                </a:solidFill>
                <a:latin typeface="Be Vietnam Pro"/>
                <a:ea typeface="Be Vietnam Pro"/>
                <a:cs typeface="Be Vietnam Pro"/>
              </a:defRPr>
            </a:lvl3pPr>
            <a:lvl4pPr>
              <a:defRPr sz="2100" b="1">
                <a:solidFill>
                  <a:srgbClr val="25222A"/>
                </a:solidFill>
                <a:latin typeface="Be Vietnam Pro"/>
                <a:ea typeface="Be Vietnam Pro"/>
                <a:cs typeface="Be Vietnam Pro"/>
              </a:defRPr>
            </a:lvl4pPr>
            <a:lvl5pPr>
              <a:defRPr sz="2100" b="1">
                <a:solidFill>
                  <a:srgbClr val="25222A"/>
                </a:solidFill>
                <a:latin typeface="Be Vietnam Pro"/>
                <a:ea typeface="Be Vietnam Pro"/>
                <a:cs typeface="Be Vietnam Pro"/>
              </a:defRPr>
            </a:lvl5pPr>
            <a:lvl6pPr>
              <a:defRPr sz="2100" b="1">
                <a:solidFill>
                  <a:srgbClr val="25222A"/>
                </a:solidFill>
                <a:latin typeface="Be Vietnam Pro"/>
                <a:ea typeface="Be Vietnam Pro"/>
                <a:cs typeface="Be Vietnam Pro"/>
              </a:defRPr>
            </a:lvl6pPr>
            <a:lvl7pPr>
              <a:defRPr sz="2100" b="1">
                <a:solidFill>
                  <a:srgbClr val="25222A"/>
                </a:solidFill>
                <a:latin typeface="Be Vietnam Pro"/>
                <a:ea typeface="Be Vietnam Pro"/>
                <a:cs typeface="Be Vietnam Pro"/>
              </a:defRPr>
            </a:lvl7pPr>
            <a:lvl8pPr>
              <a:defRPr sz="2100" b="1">
                <a:solidFill>
                  <a:srgbClr val="25222A"/>
                </a:solidFill>
                <a:latin typeface="Be Vietnam Pro"/>
                <a:ea typeface="Be Vietnam Pro"/>
                <a:cs typeface="Be Vietnam Pro"/>
              </a:defRPr>
            </a:lvl8pPr>
            <a:lvl9pPr>
              <a:defRPr sz="2100" b="1">
                <a:solidFill>
                  <a:srgbClr val="25222A"/>
                </a:solidFill>
                <a:latin typeface="Be Vietnam Pro"/>
                <a:ea typeface="Be Vietnam Pro"/>
                <a:cs typeface="Be Vietnam Pro"/>
              </a:defRPr>
            </a:lvl9pPr>
          </a:lstStyle>
          <a:p xmlns:a="http://schemas.openxmlformats.org/drawingml/2006/main">
            <a:pPr>
              <a:lnSpc>
                <a:spcPct val="116000"/>
              </a:lnSpc>
              <a:buNone/>
              <a:defRPr sz="2100" b="1">
                <a:solidFill>
                  <a:srgbClr val="25222A"/>
                </a:solidFill>
                <a:latin typeface="Be Vietnam Pro"/>
                <a:ea typeface="Be Vietnam Pro"/>
                <a:cs typeface="Be Vietnam Pro"/>
              </a:defRPr>
            </a:pPr>
            <a:r>
              <a:rPr sz="2100" b="1">
                <a:solidFill>
                  <a:srgbClr val="25222A"/>
                </a:solidFill>
                <a:latin typeface="Be Vietnam Pro"/>
                <a:ea typeface="Be Vietnam Pro"/>
                <a:cs typeface="Be Vietnam Pro"/>
              </a:rPr>
              <a:t>Operational launch plan</a:t>
            </a:r>
          </a:p>
        </p:txBody>
      </p:sp>
      <p:sp>
        <p:nvSpPr>
          <p:cNvPr id="12" name="body">
            <a:extLst xmlns:a="http://schemas.openxmlformats.org/drawingml/2006/main">
              <a:ext uri="{FF2B5EF4-FFF2-40B4-BE49-F238E27FC236}">
                <a16:creationId xmlns:a16="http://schemas.microsoft.com/office/drawing/2014/main" id="{7E14293E-335C-48F7-9B8A-27FF8171A042}"/>
              </a:ext>
            </a:extLst>
          </p:cNvPr>
          <p:cNvSpPr>
            <a:spLocks xmlns:a="http://schemas.openxmlformats.org/drawingml/2006/main" noGrp="1"/>
          </p:cNvSpPr>
          <p:nvPr/>
        </p:nvSpPr>
        <p:spPr>
          <a:xfrm xmlns:a="http://schemas.openxmlformats.org/drawingml/2006/main">
            <a:off x="6057900" y="4562475"/>
            <a:ext cx="5334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0">
                <a:solidFill>
                  <a:srgbClr val="665F68"/>
                </a:solidFill>
                <a:latin typeface="Be Vietnam Pro"/>
                <a:ea typeface="Be Vietnam Pro"/>
                <a:cs typeface="Be Vietnam Pro"/>
              </a:defRPr>
            </a:defPPr>
            <a:lvl1pPr>
              <a:defRPr sz="2025" b="0">
                <a:solidFill>
                  <a:srgbClr val="665F68"/>
                </a:solidFill>
                <a:latin typeface="Be Vietnam Pro"/>
                <a:ea typeface="Be Vietnam Pro"/>
                <a:cs typeface="Be Vietnam Pro"/>
              </a:defRPr>
            </a:lvl1pPr>
            <a:lvl2pPr>
              <a:defRPr sz="2025" b="0">
                <a:solidFill>
                  <a:srgbClr val="665F68"/>
                </a:solidFill>
                <a:latin typeface="Be Vietnam Pro"/>
                <a:ea typeface="Be Vietnam Pro"/>
                <a:cs typeface="Be Vietnam Pro"/>
              </a:defRPr>
            </a:lvl2pPr>
            <a:lvl3pPr>
              <a:defRPr sz="2025" b="0">
                <a:solidFill>
                  <a:srgbClr val="665F68"/>
                </a:solidFill>
                <a:latin typeface="Be Vietnam Pro"/>
                <a:ea typeface="Be Vietnam Pro"/>
                <a:cs typeface="Be Vietnam Pro"/>
              </a:defRPr>
            </a:lvl3pPr>
            <a:lvl4pPr>
              <a:defRPr sz="2025" b="0">
                <a:solidFill>
                  <a:srgbClr val="665F68"/>
                </a:solidFill>
                <a:latin typeface="Be Vietnam Pro"/>
                <a:ea typeface="Be Vietnam Pro"/>
                <a:cs typeface="Be Vietnam Pro"/>
              </a:defRPr>
            </a:lvl4pPr>
            <a:lvl5pPr>
              <a:defRPr sz="2025" b="0">
                <a:solidFill>
                  <a:srgbClr val="665F68"/>
                </a:solidFill>
                <a:latin typeface="Be Vietnam Pro"/>
                <a:ea typeface="Be Vietnam Pro"/>
                <a:cs typeface="Be Vietnam Pro"/>
              </a:defRPr>
            </a:lvl5pPr>
            <a:lvl6pPr>
              <a:defRPr sz="2025" b="0">
                <a:solidFill>
                  <a:srgbClr val="665F68"/>
                </a:solidFill>
                <a:latin typeface="Be Vietnam Pro"/>
                <a:ea typeface="Be Vietnam Pro"/>
                <a:cs typeface="Be Vietnam Pro"/>
              </a:defRPr>
            </a:lvl6pPr>
            <a:lvl7pPr>
              <a:defRPr sz="2025" b="0">
                <a:solidFill>
                  <a:srgbClr val="665F68"/>
                </a:solidFill>
                <a:latin typeface="Be Vietnam Pro"/>
                <a:ea typeface="Be Vietnam Pro"/>
                <a:cs typeface="Be Vietnam Pro"/>
              </a:defRPr>
            </a:lvl7pPr>
            <a:lvl8pPr>
              <a:defRPr sz="2025" b="0">
                <a:solidFill>
                  <a:srgbClr val="665F68"/>
                </a:solidFill>
                <a:latin typeface="Be Vietnam Pro"/>
                <a:ea typeface="Be Vietnam Pro"/>
                <a:cs typeface="Be Vietnam Pro"/>
              </a:defRPr>
            </a:lvl8pPr>
            <a:lvl9pPr>
              <a:defRPr sz="2025" b="0">
                <a:solidFill>
                  <a:srgbClr val="665F68"/>
                </a:solidFill>
                <a:latin typeface="Be Vietnam Pro"/>
                <a:ea typeface="Be Vietnam Pro"/>
                <a:cs typeface="Be Vietnam Pro"/>
              </a:defRPr>
            </a:lvl9pPr>
          </a:lstStyle>
          <a:p xmlns:a="http://schemas.openxmlformats.org/drawingml/2006/main">
            <a:pPr>
              <a:lnSpc>
                <a:spcPct val="116000"/>
              </a:lnSpc>
              <a:buNone/>
              <a:defRPr sz="2025" b="0">
                <a:solidFill>
                  <a:srgbClr val="665F68"/>
                </a:solidFill>
                <a:latin typeface="Be Vietnam Pro"/>
                <a:ea typeface="Be Vietnam Pro"/>
                <a:cs typeface="Be Vietnam Pro"/>
              </a:defRPr>
            </a:pPr>
            <a:r>
              <a:rPr sz="2025" b="0">
                <a:solidFill>
                  <a:srgbClr val="665F68"/>
                </a:solidFill>
                <a:latin typeface="Be Vietnam Pro"/>
                <a:ea typeface="Be Vietnam Pro"/>
                <a:cs typeface="Be Vietnam Pro"/>
              </a:rPr>
              <a:t>Set a verified fee catalog, support process and production infrastructure requirements.</a:t>
            </a:r>
          </a:p>
        </p:txBody>
      </p:sp>
      <p:sp>
        <p:nvSpPr>
          <p:cNvPr id="13" name="source-note">
            <a:extLst xmlns:a="http://schemas.openxmlformats.org/drawingml/2006/main">
              <a:ext uri="{FF2B5EF4-FFF2-40B4-BE49-F238E27FC236}">
                <a16:creationId xmlns:a16="http://schemas.microsoft.com/office/drawing/2014/main" id="{1AEC754E-956F-4652-B284-06E01C6AA4A0}"/>
              </a:ext>
            </a:extLst>
          </p:cNvPr>
          <p:cNvSpPr>
            <a:spLocks xmlns:a="http://schemas.openxmlformats.org/drawingml/2006/main" noGrp="1"/>
          </p:cNvSpPr>
          <p:nvPr/>
        </p:nvSpPr>
        <p:spPr>
          <a:xfrm xmlns:a="http://schemas.openxmlformats.org/drawingml/2006/main">
            <a:off x="609600" y="5905500"/>
            <a:ext cx="1057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125" b="0">
                <a:solidFill>
                  <a:srgbClr val="665F68"/>
                </a:solidFill>
                <a:latin typeface="Be Vietnam Pro"/>
                <a:ea typeface="Be Vietnam Pro"/>
                <a:cs typeface="Be Vietnam Pro"/>
              </a:defRPr>
            </a:defPPr>
            <a:lvl1pPr>
              <a:defRPr sz="1125" b="0">
                <a:solidFill>
                  <a:srgbClr val="665F68"/>
                </a:solidFill>
                <a:latin typeface="Be Vietnam Pro"/>
                <a:ea typeface="Be Vietnam Pro"/>
                <a:cs typeface="Be Vietnam Pro"/>
              </a:defRPr>
            </a:lvl1pPr>
            <a:lvl2pPr>
              <a:defRPr sz="1125" b="0">
                <a:solidFill>
                  <a:srgbClr val="665F68"/>
                </a:solidFill>
                <a:latin typeface="Be Vietnam Pro"/>
                <a:ea typeface="Be Vietnam Pro"/>
                <a:cs typeface="Be Vietnam Pro"/>
              </a:defRPr>
            </a:lvl2pPr>
            <a:lvl3pPr>
              <a:defRPr sz="1125" b="0">
                <a:solidFill>
                  <a:srgbClr val="665F68"/>
                </a:solidFill>
                <a:latin typeface="Be Vietnam Pro"/>
                <a:ea typeface="Be Vietnam Pro"/>
                <a:cs typeface="Be Vietnam Pro"/>
              </a:defRPr>
            </a:lvl3pPr>
            <a:lvl4pPr>
              <a:defRPr sz="1125" b="0">
                <a:solidFill>
                  <a:srgbClr val="665F68"/>
                </a:solidFill>
                <a:latin typeface="Be Vietnam Pro"/>
                <a:ea typeface="Be Vietnam Pro"/>
                <a:cs typeface="Be Vietnam Pro"/>
              </a:defRPr>
            </a:lvl4pPr>
            <a:lvl5pPr>
              <a:defRPr sz="1125" b="0">
                <a:solidFill>
                  <a:srgbClr val="665F68"/>
                </a:solidFill>
                <a:latin typeface="Be Vietnam Pro"/>
                <a:ea typeface="Be Vietnam Pro"/>
                <a:cs typeface="Be Vietnam Pro"/>
              </a:defRPr>
            </a:lvl5pPr>
            <a:lvl6pPr>
              <a:defRPr sz="1125" b="0">
                <a:solidFill>
                  <a:srgbClr val="665F68"/>
                </a:solidFill>
                <a:latin typeface="Be Vietnam Pro"/>
                <a:ea typeface="Be Vietnam Pro"/>
                <a:cs typeface="Be Vietnam Pro"/>
              </a:defRPr>
            </a:lvl6pPr>
            <a:lvl7pPr>
              <a:defRPr sz="1125" b="0">
                <a:solidFill>
                  <a:srgbClr val="665F68"/>
                </a:solidFill>
                <a:latin typeface="Be Vietnam Pro"/>
                <a:ea typeface="Be Vietnam Pro"/>
                <a:cs typeface="Be Vietnam Pro"/>
              </a:defRPr>
            </a:lvl7pPr>
            <a:lvl8pPr>
              <a:defRPr sz="1125" b="0">
                <a:solidFill>
                  <a:srgbClr val="665F68"/>
                </a:solidFill>
                <a:latin typeface="Be Vietnam Pro"/>
                <a:ea typeface="Be Vietnam Pro"/>
                <a:cs typeface="Be Vietnam Pro"/>
              </a:defRPr>
            </a:lvl8pPr>
            <a:lvl9pPr>
              <a:defRPr sz="1125" b="0">
                <a:solidFill>
                  <a:srgbClr val="665F68"/>
                </a:solidFill>
                <a:latin typeface="Be Vietnam Pro"/>
                <a:ea typeface="Be Vietnam Pro"/>
                <a:cs typeface="Be Vietnam Pro"/>
              </a:defRPr>
            </a:lvl9pPr>
          </a:lstStyle>
          <a:p xmlns:a="http://schemas.openxmlformats.org/drawingml/2006/main">
            <a:pPr>
              <a:lnSpc>
                <a:spcPct val="116000"/>
              </a:lnSpc>
              <a:buNone/>
              <a:defRPr sz="1125" b="0">
                <a:solidFill>
                  <a:srgbClr val="665F68"/>
                </a:solidFill>
                <a:latin typeface="Be Vietnam Pro"/>
                <a:ea typeface="Be Vietnam Pro"/>
                <a:cs typeface="Be Vietnam Pro"/>
              </a:defRPr>
            </a:pPr>
            <a:r>
              <a:rPr sz="1125" b="0">
                <a:solidFill>
                  <a:srgbClr val="665F68"/>
                </a:solidFill>
                <a:latin typeface="Be Vietnam Pro"/>
                <a:ea typeface="Be Vietnam Pro"/>
                <a:cs typeface="Be Vietnam Pro"/>
              </a:rPr>
              <a:t>Proposed next step: agree on pilot scope and success measures with a licensed office.</a:t>
            </a:r>
          </a:p>
        </p:txBody>
      </p:sp>
    </p:spTree>
    <p:extLst>
      <p:ext uri="{BB962C8B-B14F-4D97-AF65-F5344CB8AC3E}">
        <p14:creationId xmlns:p14="http://schemas.microsoft.com/office/powerpoint/2010/main" val="1921461682"/>
      </p:ext>
    </p:extLst>
  </p:cSld>
</p:sld>
</file>

<file path=ppt/slides/slide12.xml><?xml version="1.0" encoding="utf-8"?>
<p:sld xmlns:p="http://schemas.openxmlformats.org/presentationml/2006/main">
  <p:cSld>
    <p:bg>
      <p:bgPr>
        <a:solidFill xmlns:a="http://schemas.openxmlformats.org/drawingml/2006/main">
          <a:srgbClr val="74142A"/>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F37BD65C-EBC8-4A64-8BDB-475F6C6F2033}"/>
              </a:ext>
            </a:extLst>
          </p:cNvPr>
          <p:cNvPicPr>
            <a:picLocks xmlns:a="http://schemas.openxmlformats.org/drawingml/2006/main" noChangeAspect="1"/>
          </p:cNvPicPr>
          <p:nvPr/>
        </p:nvPicPr>
        <p:blipFill>
          <a:blip xmlns:r="http://schemas.openxmlformats.org/officeDocument/2006/relationships" xmlns:a="http://schemas.openxmlformats.org/drawingml/2006/main" r:embed="Ra6a04bb5c3124055">
            <a:extLst>
              <a:ext uri="{96DAC541-7B7A-43D3-8B79-37D633B846F1}">
                <asvg:svgBlip xmlns:asvg="http://schemas.microsoft.com/office/drawing/2016/SVG/main" r:embed="Rfe9ee70ee79540c4"/>
              </a:ext>
            </a:extLst>
          </a:blip>
          <a:stretch xmlns:a="http://schemas.openxmlformats.org/drawingml/2006/main"/>
        </p:blipFill>
        <p:spPr>
          <a:xfrm xmlns:a="http://schemas.openxmlformats.org/drawingml/2006/main">
            <a:off x="609600" y="323850"/>
            <a:ext cx="1495425" cy="419100"/>
          </a:xfrm>
          <a:prstGeom xmlns:a="http://schemas.openxmlformats.org/drawingml/2006/main" prst="rect">
            <a:avLst/>
          </a:prstGeom>
        </p:spPr>
      </p:pic>
      <p:sp>
        <p:nvSpPr>
          <p:cNvPr id="2" name="page">
            <a:extLst xmlns:a="http://schemas.openxmlformats.org/drawingml/2006/main">
              <a:ext uri="{FF2B5EF4-FFF2-40B4-BE49-F238E27FC236}">
                <a16:creationId xmlns:a16="http://schemas.microsoft.com/office/drawing/2014/main" id="{A5603607-7CD6-46B4-B4FB-BF09BCD6240C}"/>
              </a:ext>
            </a:extLst>
          </p:cNvPr>
          <p:cNvSpPr>
            <a:spLocks xmlns:a="http://schemas.openxmlformats.org/drawingml/2006/main" noGrp="1"/>
          </p:cNvSpPr>
          <p:nvPr/>
        </p:nvSpPr>
        <p:spPr>
          <a:xfrm xmlns:a="http://schemas.openxmlformats.org/drawingml/2006/main">
            <a:off x="11144250" y="6315075"/>
            <a:ext cx="4381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a:solidFill>
                  <a:srgbClr val="F1DCE2"/>
                </a:solidFill>
                <a:latin typeface="Be Vietnam Pro"/>
                <a:ea typeface="Be Vietnam Pro"/>
                <a:cs typeface="Be Vietnam Pro"/>
              </a:defRPr>
            </a:defPPr>
            <a:lvl1pPr>
              <a:defRPr sz="1200">
                <a:solidFill>
                  <a:srgbClr val="F1DCE2"/>
                </a:solidFill>
                <a:latin typeface="Be Vietnam Pro"/>
                <a:ea typeface="Be Vietnam Pro"/>
                <a:cs typeface="Be Vietnam Pro"/>
              </a:defRPr>
            </a:lvl1pPr>
            <a:lvl2pPr>
              <a:defRPr sz="1200">
                <a:solidFill>
                  <a:srgbClr val="F1DCE2"/>
                </a:solidFill>
                <a:latin typeface="Be Vietnam Pro"/>
                <a:ea typeface="Be Vietnam Pro"/>
                <a:cs typeface="Be Vietnam Pro"/>
              </a:defRPr>
            </a:lvl2pPr>
            <a:lvl3pPr>
              <a:defRPr sz="1200">
                <a:solidFill>
                  <a:srgbClr val="F1DCE2"/>
                </a:solidFill>
                <a:latin typeface="Be Vietnam Pro"/>
                <a:ea typeface="Be Vietnam Pro"/>
                <a:cs typeface="Be Vietnam Pro"/>
              </a:defRPr>
            </a:lvl3pPr>
            <a:lvl4pPr>
              <a:defRPr sz="1200">
                <a:solidFill>
                  <a:srgbClr val="F1DCE2"/>
                </a:solidFill>
                <a:latin typeface="Be Vietnam Pro"/>
                <a:ea typeface="Be Vietnam Pro"/>
                <a:cs typeface="Be Vietnam Pro"/>
              </a:defRPr>
            </a:lvl4pPr>
            <a:lvl5pPr>
              <a:defRPr sz="1200">
                <a:solidFill>
                  <a:srgbClr val="F1DCE2"/>
                </a:solidFill>
                <a:latin typeface="Be Vietnam Pro"/>
                <a:ea typeface="Be Vietnam Pro"/>
                <a:cs typeface="Be Vietnam Pro"/>
              </a:defRPr>
            </a:lvl5pPr>
            <a:lvl6pPr>
              <a:defRPr sz="1200">
                <a:solidFill>
                  <a:srgbClr val="F1DCE2"/>
                </a:solidFill>
                <a:latin typeface="Be Vietnam Pro"/>
                <a:ea typeface="Be Vietnam Pro"/>
                <a:cs typeface="Be Vietnam Pro"/>
              </a:defRPr>
            </a:lvl6pPr>
            <a:lvl7pPr>
              <a:defRPr sz="1200">
                <a:solidFill>
                  <a:srgbClr val="F1DCE2"/>
                </a:solidFill>
                <a:latin typeface="Be Vietnam Pro"/>
                <a:ea typeface="Be Vietnam Pro"/>
                <a:cs typeface="Be Vietnam Pro"/>
              </a:defRPr>
            </a:lvl7pPr>
            <a:lvl8pPr>
              <a:defRPr sz="1200">
                <a:solidFill>
                  <a:srgbClr val="F1DCE2"/>
                </a:solidFill>
                <a:latin typeface="Be Vietnam Pro"/>
                <a:ea typeface="Be Vietnam Pro"/>
                <a:cs typeface="Be Vietnam Pro"/>
              </a:defRPr>
            </a:lvl8pPr>
            <a:lvl9pPr>
              <a:defRPr sz="1200">
                <a:solidFill>
                  <a:srgbClr val="F1DCE2"/>
                </a:solidFill>
                <a:latin typeface="Be Vietnam Pro"/>
                <a:ea typeface="Be Vietnam Pro"/>
                <a:cs typeface="Be Vietnam Pro"/>
              </a:defRPr>
            </a:lvl9pPr>
          </a:lstStyle>
          <a:p xmlns:a="http://schemas.openxmlformats.org/drawingml/2006/main">
            <a:pPr>
              <a:defRPr sz="1200">
                <a:solidFill>
                  <a:srgbClr val="F1DCE2"/>
                </a:solidFill>
                <a:latin typeface="Be Vietnam Pro"/>
                <a:ea typeface="Be Vietnam Pro"/>
                <a:cs typeface="Be Vietnam Pro"/>
              </a:defRPr>
            </a:pPr>
            <a:r>
              <a:rPr sz="1200">
                <a:solidFill>
                  <a:srgbClr val="F1DCE2"/>
                </a:solidFill>
                <a:latin typeface="Be Vietnam Pro"/>
                <a:ea typeface="Be Vietnam Pro"/>
                <a:cs typeface="Be Vietnam Pro"/>
              </a:rPr>
              <a:t>12</a:t>
            </a:r>
          </a:p>
        </p:txBody>
      </p:sp>
      <p:sp>
        <p:nvSpPr>
          <p:cNvPr id="3" name="title">
            <a:extLst xmlns:a="http://schemas.openxmlformats.org/drawingml/2006/main">
              <a:ext uri="{FF2B5EF4-FFF2-40B4-BE49-F238E27FC236}">
                <a16:creationId xmlns:a16="http://schemas.microsoft.com/office/drawing/2014/main" id="{C4F9992B-A847-4B8F-B754-D09B7FFAB764}"/>
              </a:ext>
            </a:extLst>
          </p:cNvPr>
          <p:cNvSpPr>
            <a:spLocks xmlns:a="http://schemas.openxmlformats.org/drawingml/2006/main" noGrp="1"/>
          </p:cNvSpPr>
          <p:nvPr/>
        </p:nvSpPr>
        <p:spPr>
          <a:xfrm xmlns:a="http://schemas.openxmlformats.org/drawingml/2006/main">
            <a:off x="609600" y="1552575"/>
            <a:ext cx="10477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4725" b="1">
                <a:solidFill>
                  <a:srgbClr val="FFFFFF"/>
                </a:solidFill>
                <a:latin typeface="Be Vietnam Pro"/>
                <a:ea typeface="Be Vietnam Pro"/>
                <a:cs typeface="Be Vietnam Pro"/>
              </a:defRPr>
            </a:defPPr>
            <a:lvl1pPr>
              <a:defRPr sz="4725" b="1">
                <a:solidFill>
                  <a:srgbClr val="FFFFFF"/>
                </a:solidFill>
                <a:latin typeface="Be Vietnam Pro"/>
                <a:ea typeface="Be Vietnam Pro"/>
                <a:cs typeface="Be Vietnam Pro"/>
              </a:defRPr>
            </a:lvl1pPr>
            <a:lvl2pPr>
              <a:defRPr sz="4725" b="1">
                <a:solidFill>
                  <a:srgbClr val="FFFFFF"/>
                </a:solidFill>
                <a:latin typeface="Be Vietnam Pro"/>
                <a:ea typeface="Be Vietnam Pro"/>
                <a:cs typeface="Be Vietnam Pro"/>
              </a:defRPr>
            </a:lvl2pPr>
            <a:lvl3pPr>
              <a:defRPr sz="4725" b="1">
                <a:solidFill>
                  <a:srgbClr val="FFFFFF"/>
                </a:solidFill>
                <a:latin typeface="Be Vietnam Pro"/>
                <a:ea typeface="Be Vietnam Pro"/>
                <a:cs typeface="Be Vietnam Pro"/>
              </a:defRPr>
            </a:lvl3pPr>
            <a:lvl4pPr>
              <a:defRPr sz="4725" b="1">
                <a:solidFill>
                  <a:srgbClr val="FFFFFF"/>
                </a:solidFill>
                <a:latin typeface="Be Vietnam Pro"/>
                <a:ea typeface="Be Vietnam Pro"/>
                <a:cs typeface="Be Vietnam Pro"/>
              </a:defRPr>
            </a:lvl4pPr>
            <a:lvl5pPr>
              <a:defRPr sz="4725" b="1">
                <a:solidFill>
                  <a:srgbClr val="FFFFFF"/>
                </a:solidFill>
                <a:latin typeface="Be Vietnam Pro"/>
                <a:ea typeface="Be Vietnam Pro"/>
                <a:cs typeface="Be Vietnam Pro"/>
              </a:defRPr>
            </a:lvl5pPr>
            <a:lvl6pPr>
              <a:defRPr sz="4725" b="1">
                <a:solidFill>
                  <a:srgbClr val="FFFFFF"/>
                </a:solidFill>
                <a:latin typeface="Be Vietnam Pro"/>
                <a:ea typeface="Be Vietnam Pro"/>
                <a:cs typeface="Be Vietnam Pro"/>
              </a:defRPr>
            </a:lvl6pPr>
            <a:lvl7pPr>
              <a:defRPr sz="4725" b="1">
                <a:solidFill>
                  <a:srgbClr val="FFFFFF"/>
                </a:solidFill>
                <a:latin typeface="Be Vietnam Pro"/>
                <a:ea typeface="Be Vietnam Pro"/>
                <a:cs typeface="Be Vietnam Pro"/>
              </a:defRPr>
            </a:lvl7pPr>
            <a:lvl8pPr>
              <a:defRPr sz="4725" b="1">
                <a:solidFill>
                  <a:srgbClr val="FFFFFF"/>
                </a:solidFill>
                <a:latin typeface="Be Vietnam Pro"/>
                <a:ea typeface="Be Vietnam Pro"/>
                <a:cs typeface="Be Vietnam Pro"/>
              </a:defRPr>
            </a:lvl8pPr>
            <a:lvl9pPr>
              <a:defRPr sz="4725" b="1">
                <a:solidFill>
                  <a:srgbClr val="FFFFFF"/>
                </a:solidFill>
                <a:latin typeface="Be Vietnam Pro"/>
                <a:ea typeface="Be Vietnam Pro"/>
                <a:cs typeface="Be Vietnam Pro"/>
              </a:defRPr>
            </a:lvl9pPr>
          </a:lstStyle>
          <a:p xmlns:a="http://schemas.openxmlformats.org/drawingml/2006/main">
            <a:pPr>
              <a:lnSpc>
                <a:spcPct val="116000"/>
              </a:lnSpc>
              <a:buNone/>
              <a:defRPr sz="4725" b="1">
                <a:solidFill>
                  <a:srgbClr val="FFFFFF"/>
                </a:solidFill>
                <a:latin typeface="Be Vietnam Pro"/>
                <a:ea typeface="Be Vietnam Pro"/>
                <a:cs typeface="Be Vietnam Pro"/>
              </a:defRPr>
            </a:pPr>
            <a:r>
              <a:rPr sz="4725" b="1">
                <a:solidFill>
                  <a:srgbClr val="FFFFFF"/>
                </a:solidFill>
                <a:latin typeface="Be Vietnam Pro"/>
                <a:ea typeface="Be Vietnam Pro"/>
                <a:cs typeface="Be Vietnam Pro"/>
              </a:rPr>
              <a:t>Looking for notary-office</a:t>
            </a:r>
          </a:p>
          <a:p xmlns:a="http://schemas.openxmlformats.org/drawingml/2006/main">
            <a:pPr>
              <a:lnSpc>
                <a:spcPct val="116000"/>
              </a:lnSpc>
              <a:buNone/>
              <a:defRPr sz="4725" b="1">
                <a:solidFill>
                  <a:srgbClr val="FFFFFF"/>
                </a:solidFill>
                <a:latin typeface="Be Vietnam Pro"/>
                <a:ea typeface="Be Vietnam Pro"/>
                <a:cs typeface="Be Vietnam Pro"/>
              </a:defRPr>
            </a:pPr>
            <a:r>
              <a:rPr sz="4725" b="1">
                <a:solidFill>
                  <a:srgbClr val="FFFFFF"/>
                </a:solidFill>
                <a:latin typeface="Be Vietnam Pro"/>
                <a:ea typeface="Be Vietnam Pro"/>
                <a:cs typeface="Be Vietnam Pro"/>
              </a:rPr>
              <a:t>pilot partners</a:t>
            </a:r>
          </a:p>
        </p:txBody>
      </p:sp>
      <p:sp>
        <p:nvSpPr>
          <p:cNvPr id="4" name="body">
            <a:extLst xmlns:a="http://schemas.openxmlformats.org/drawingml/2006/main">
              <a:ext uri="{FF2B5EF4-FFF2-40B4-BE49-F238E27FC236}">
                <a16:creationId xmlns:a16="http://schemas.microsoft.com/office/drawing/2014/main" id="{68E0FF9E-8D84-4905-8091-C070983B3BBD}"/>
              </a:ext>
            </a:extLst>
          </p:cNvPr>
          <p:cNvSpPr>
            <a:spLocks xmlns:a="http://schemas.openxmlformats.org/drawingml/2006/main" noGrp="1"/>
          </p:cNvSpPr>
          <p:nvPr/>
        </p:nvSpPr>
        <p:spPr>
          <a:xfrm xmlns:a="http://schemas.openxmlformats.org/drawingml/2006/main">
            <a:off x="609600" y="3676650"/>
            <a:ext cx="10001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625" b="0">
                <a:solidFill>
                  <a:srgbClr val="F1DCE2"/>
                </a:solidFill>
                <a:latin typeface="Be Vietnam Pro"/>
                <a:ea typeface="Be Vietnam Pro"/>
                <a:cs typeface="Be Vietnam Pro"/>
              </a:defRPr>
            </a:defPPr>
            <a:lvl1pPr>
              <a:defRPr sz="2625" b="0">
                <a:solidFill>
                  <a:srgbClr val="F1DCE2"/>
                </a:solidFill>
                <a:latin typeface="Be Vietnam Pro"/>
                <a:ea typeface="Be Vietnam Pro"/>
                <a:cs typeface="Be Vietnam Pro"/>
              </a:defRPr>
            </a:lvl1pPr>
            <a:lvl2pPr>
              <a:defRPr sz="2625" b="0">
                <a:solidFill>
                  <a:srgbClr val="F1DCE2"/>
                </a:solidFill>
                <a:latin typeface="Be Vietnam Pro"/>
                <a:ea typeface="Be Vietnam Pro"/>
                <a:cs typeface="Be Vietnam Pro"/>
              </a:defRPr>
            </a:lvl2pPr>
            <a:lvl3pPr>
              <a:defRPr sz="2625" b="0">
                <a:solidFill>
                  <a:srgbClr val="F1DCE2"/>
                </a:solidFill>
                <a:latin typeface="Be Vietnam Pro"/>
                <a:ea typeface="Be Vietnam Pro"/>
                <a:cs typeface="Be Vietnam Pro"/>
              </a:defRPr>
            </a:lvl3pPr>
            <a:lvl4pPr>
              <a:defRPr sz="2625" b="0">
                <a:solidFill>
                  <a:srgbClr val="F1DCE2"/>
                </a:solidFill>
                <a:latin typeface="Be Vietnam Pro"/>
                <a:ea typeface="Be Vietnam Pro"/>
                <a:cs typeface="Be Vietnam Pro"/>
              </a:defRPr>
            </a:lvl4pPr>
            <a:lvl5pPr>
              <a:defRPr sz="2625" b="0">
                <a:solidFill>
                  <a:srgbClr val="F1DCE2"/>
                </a:solidFill>
                <a:latin typeface="Be Vietnam Pro"/>
                <a:ea typeface="Be Vietnam Pro"/>
                <a:cs typeface="Be Vietnam Pro"/>
              </a:defRPr>
            </a:lvl5pPr>
            <a:lvl6pPr>
              <a:defRPr sz="2625" b="0">
                <a:solidFill>
                  <a:srgbClr val="F1DCE2"/>
                </a:solidFill>
                <a:latin typeface="Be Vietnam Pro"/>
                <a:ea typeface="Be Vietnam Pro"/>
                <a:cs typeface="Be Vietnam Pro"/>
              </a:defRPr>
            </a:lvl6pPr>
            <a:lvl7pPr>
              <a:defRPr sz="2625" b="0">
                <a:solidFill>
                  <a:srgbClr val="F1DCE2"/>
                </a:solidFill>
                <a:latin typeface="Be Vietnam Pro"/>
                <a:ea typeface="Be Vietnam Pro"/>
                <a:cs typeface="Be Vietnam Pro"/>
              </a:defRPr>
            </a:lvl7pPr>
            <a:lvl8pPr>
              <a:defRPr sz="2625" b="0">
                <a:solidFill>
                  <a:srgbClr val="F1DCE2"/>
                </a:solidFill>
                <a:latin typeface="Be Vietnam Pro"/>
                <a:ea typeface="Be Vietnam Pro"/>
                <a:cs typeface="Be Vietnam Pro"/>
              </a:defRPr>
            </a:lvl8pPr>
            <a:lvl9pPr>
              <a:defRPr sz="2625" b="0">
                <a:solidFill>
                  <a:srgbClr val="F1DCE2"/>
                </a:solidFill>
                <a:latin typeface="Be Vietnam Pro"/>
                <a:ea typeface="Be Vietnam Pro"/>
                <a:cs typeface="Be Vietnam Pro"/>
              </a:defRPr>
            </a:lvl9pPr>
          </a:lstStyle>
          <a:p xmlns:a="http://schemas.openxmlformats.org/drawingml/2006/main">
            <a:pPr>
              <a:lnSpc>
                <a:spcPct val="116000"/>
              </a:lnSpc>
              <a:buNone/>
              <a:defRPr sz="2625" b="0">
                <a:solidFill>
                  <a:srgbClr val="F1DCE2"/>
                </a:solidFill>
                <a:latin typeface="Be Vietnam Pro"/>
                <a:ea typeface="Be Vietnam Pro"/>
                <a:cs typeface="Be Vietnam Pro"/>
              </a:defRPr>
            </a:pPr>
            <a:r>
              <a:rPr sz="2625" b="0">
                <a:solidFill>
                  <a:srgbClr val="F1DCE2"/>
                </a:solidFill>
                <a:latin typeface="Be Vietnam Pro"/>
                <a:ea typeface="Be Vietnam Pro"/>
                <a:cs typeface="Be Vietnam Pro"/>
              </a:rPr>
              <a:t>Help shape a practical workflow for</a:t>
            </a:r>
          </a:p>
          <a:p xmlns:a="http://schemas.openxmlformats.org/drawingml/2006/main">
            <a:pPr>
              <a:lnSpc>
                <a:spcPct val="116000"/>
              </a:lnSpc>
              <a:buNone/>
              <a:defRPr sz="2625" b="0">
                <a:solidFill>
                  <a:srgbClr val="F1DCE2"/>
                </a:solidFill>
                <a:latin typeface="Be Vietnam Pro"/>
                <a:ea typeface="Be Vietnam Pro"/>
                <a:cs typeface="Be Vietnam Pro"/>
              </a:defRPr>
            </a:pPr>
            <a:r>
              <a:rPr sz="2625" b="0">
                <a:solidFill>
                  <a:srgbClr val="F1DCE2"/>
                </a:solidFill>
                <a:latin typeface="Be Vietnam Pro"/>
                <a:ea typeface="Be Vietnam Pro"/>
                <a:cs typeface="Be Vietnam Pro"/>
              </a:rPr>
              <a:t>Vietnamese applicants and notaries.</a:t>
            </a:r>
          </a:p>
        </p:txBody>
      </p:sp>
      <p:sp>
        <p:nvSpPr>
          <p:cNvPr id="5" name="body">
            <a:extLst xmlns:a="http://schemas.openxmlformats.org/drawingml/2006/main">
              <a:ext uri="{FF2B5EF4-FFF2-40B4-BE49-F238E27FC236}">
                <a16:creationId xmlns:a16="http://schemas.microsoft.com/office/drawing/2014/main" id="{1529AF59-053F-403D-A5B9-9AE0B029C2F6}"/>
              </a:ext>
            </a:extLst>
          </p:cNvPr>
          <p:cNvSpPr>
            <a:spLocks xmlns:a="http://schemas.openxmlformats.org/drawingml/2006/main" noGrp="1"/>
          </p:cNvSpPr>
          <p:nvPr/>
        </p:nvSpPr>
        <p:spPr>
          <a:xfrm xmlns:a="http://schemas.openxmlformats.org/drawingml/2006/main">
            <a:off x="609600" y="5276850"/>
            <a:ext cx="2476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FFFFFF"/>
                </a:solidFill>
                <a:latin typeface="Be Vietnam Pro"/>
                <a:ea typeface="Be Vietnam Pro"/>
                <a:cs typeface="Be Vietnam Pro"/>
              </a:defRPr>
            </a:defPPr>
            <a:lvl1pPr>
              <a:defRPr sz="1800" b="1">
                <a:solidFill>
                  <a:srgbClr val="FFFFFF"/>
                </a:solidFill>
                <a:latin typeface="Be Vietnam Pro"/>
                <a:ea typeface="Be Vietnam Pro"/>
                <a:cs typeface="Be Vietnam Pro"/>
              </a:defRPr>
            </a:lvl1pPr>
            <a:lvl2pPr>
              <a:defRPr sz="1800" b="1">
                <a:solidFill>
                  <a:srgbClr val="FFFFFF"/>
                </a:solidFill>
                <a:latin typeface="Be Vietnam Pro"/>
                <a:ea typeface="Be Vietnam Pro"/>
                <a:cs typeface="Be Vietnam Pro"/>
              </a:defRPr>
            </a:lvl2pPr>
            <a:lvl3pPr>
              <a:defRPr sz="1800" b="1">
                <a:solidFill>
                  <a:srgbClr val="FFFFFF"/>
                </a:solidFill>
                <a:latin typeface="Be Vietnam Pro"/>
                <a:ea typeface="Be Vietnam Pro"/>
                <a:cs typeface="Be Vietnam Pro"/>
              </a:defRPr>
            </a:lvl3pPr>
            <a:lvl4pPr>
              <a:defRPr sz="1800" b="1">
                <a:solidFill>
                  <a:srgbClr val="FFFFFF"/>
                </a:solidFill>
                <a:latin typeface="Be Vietnam Pro"/>
                <a:ea typeface="Be Vietnam Pro"/>
                <a:cs typeface="Be Vietnam Pro"/>
              </a:defRPr>
            </a:lvl4pPr>
            <a:lvl5pPr>
              <a:defRPr sz="1800" b="1">
                <a:solidFill>
                  <a:srgbClr val="FFFFFF"/>
                </a:solidFill>
                <a:latin typeface="Be Vietnam Pro"/>
                <a:ea typeface="Be Vietnam Pro"/>
                <a:cs typeface="Be Vietnam Pro"/>
              </a:defRPr>
            </a:lvl5pPr>
            <a:lvl6pPr>
              <a:defRPr sz="1800" b="1">
                <a:solidFill>
                  <a:srgbClr val="FFFFFF"/>
                </a:solidFill>
                <a:latin typeface="Be Vietnam Pro"/>
                <a:ea typeface="Be Vietnam Pro"/>
                <a:cs typeface="Be Vietnam Pro"/>
              </a:defRPr>
            </a:lvl6pPr>
            <a:lvl7pPr>
              <a:defRPr sz="1800" b="1">
                <a:solidFill>
                  <a:srgbClr val="FFFFFF"/>
                </a:solidFill>
                <a:latin typeface="Be Vietnam Pro"/>
                <a:ea typeface="Be Vietnam Pro"/>
                <a:cs typeface="Be Vietnam Pro"/>
              </a:defRPr>
            </a:lvl7pPr>
            <a:lvl8pPr>
              <a:defRPr sz="1800" b="1">
                <a:solidFill>
                  <a:srgbClr val="FFFFFF"/>
                </a:solidFill>
                <a:latin typeface="Be Vietnam Pro"/>
                <a:ea typeface="Be Vietnam Pro"/>
                <a:cs typeface="Be Vietnam Pro"/>
              </a:defRPr>
            </a:lvl8pPr>
            <a:lvl9pPr>
              <a:defRPr sz="1800" b="1">
                <a:solidFill>
                  <a:srgbClr val="FFFFFF"/>
                </a:solidFill>
                <a:latin typeface="Be Vietnam Pro"/>
                <a:ea typeface="Be Vietnam Pro"/>
                <a:cs typeface="Be Vietnam Pro"/>
              </a:defRPr>
            </a:lvl9pPr>
          </a:lstStyle>
          <a:p xmlns:a="http://schemas.openxmlformats.org/drawingml/2006/main">
            <a:pPr>
              <a:lnSpc>
                <a:spcPct val="116000"/>
              </a:lnSpc>
              <a:buNone/>
              <a:defRPr sz="1800" b="1">
                <a:solidFill>
                  <a:srgbClr val="FFFFFF"/>
                </a:solidFill>
                <a:latin typeface="Be Vietnam Pro"/>
                <a:ea typeface="Be Vietnam Pro"/>
                <a:cs typeface="Be Vietnam Pro"/>
              </a:defRPr>
            </a:pPr>
            <a:r>
              <a:rPr sz="1800" b="1">
                <a:solidFill>
                  <a:srgbClr val="FFFFFF"/>
                </a:solidFill>
                <a:latin typeface="Be Vietnam Pro"/>
                <a:ea typeface="Be Vietnam Pro"/>
                <a:cs typeface="Be Vietnam Pro"/>
              </a:rPr>
              <a:t>Try the demo</a:t>
            </a:r>
          </a:p>
        </p:txBody>
      </p:sp>
      <p:sp>
        <p:nvSpPr>
          <p:cNvPr id="6" name="body">
            <a:extLst xmlns:a="http://schemas.openxmlformats.org/drawingml/2006/main">
              <a:ext uri="{FF2B5EF4-FFF2-40B4-BE49-F238E27FC236}">
                <a16:creationId xmlns:a16="http://schemas.microsoft.com/office/drawing/2014/main" id="{87E4B560-B5E7-4DAE-93E2-EE5226412DE4}"/>
              </a:ext>
            </a:extLst>
          </p:cNvPr>
          <p:cNvSpPr>
            <a:spLocks xmlns:a="http://schemas.openxmlformats.org/drawingml/2006/main" noGrp="1"/>
          </p:cNvSpPr>
          <p:nvPr/>
        </p:nvSpPr>
        <p:spPr>
          <a:xfrm xmlns:a="http://schemas.openxmlformats.org/drawingml/2006/main">
            <a:off x="609600" y="5734050"/>
            <a:ext cx="53816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0">
                <a:solidFill>
                  <a:srgbClr val="F1DCE2"/>
                </a:solidFill>
                <a:latin typeface="Be Vietnam Pro"/>
                <a:ea typeface="Be Vietnam Pro"/>
                <a:cs typeface="Be Vietnam Pro"/>
              </a:defRPr>
            </a:defPPr>
            <a:lvl1pPr>
              <a:defRPr sz="2025" b="0">
                <a:solidFill>
                  <a:srgbClr val="F1DCE2"/>
                </a:solidFill>
                <a:latin typeface="Be Vietnam Pro"/>
                <a:ea typeface="Be Vietnam Pro"/>
                <a:cs typeface="Be Vietnam Pro"/>
              </a:defRPr>
            </a:lvl1pPr>
            <a:lvl2pPr>
              <a:defRPr sz="2025" b="0">
                <a:solidFill>
                  <a:srgbClr val="F1DCE2"/>
                </a:solidFill>
                <a:latin typeface="Be Vietnam Pro"/>
                <a:ea typeface="Be Vietnam Pro"/>
                <a:cs typeface="Be Vietnam Pro"/>
              </a:defRPr>
            </a:lvl2pPr>
            <a:lvl3pPr>
              <a:defRPr sz="2025" b="0">
                <a:solidFill>
                  <a:srgbClr val="F1DCE2"/>
                </a:solidFill>
                <a:latin typeface="Be Vietnam Pro"/>
                <a:ea typeface="Be Vietnam Pro"/>
                <a:cs typeface="Be Vietnam Pro"/>
              </a:defRPr>
            </a:lvl3pPr>
            <a:lvl4pPr>
              <a:defRPr sz="2025" b="0">
                <a:solidFill>
                  <a:srgbClr val="F1DCE2"/>
                </a:solidFill>
                <a:latin typeface="Be Vietnam Pro"/>
                <a:ea typeface="Be Vietnam Pro"/>
                <a:cs typeface="Be Vietnam Pro"/>
              </a:defRPr>
            </a:lvl4pPr>
            <a:lvl5pPr>
              <a:defRPr sz="2025" b="0">
                <a:solidFill>
                  <a:srgbClr val="F1DCE2"/>
                </a:solidFill>
                <a:latin typeface="Be Vietnam Pro"/>
                <a:ea typeface="Be Vietnam Pro"/>
                <a:cs typeface="Be Vietnam Pro"/>
              </a:defRPr>
            </a:lvl5pPr>
            <a:lvl6pPr>
              <a:defRPr sz="2025" b="0">
                <a:solidFill>
                  <a:srgbClr val="F1DCE2"/>
                </a:solidFill>
                <a:latin typeface="Be Vietnam Pro"/>
                <a:ea typeface="Be Vietnam Pro"/>
                <a:cs typeface="Be Vietnam Pro"/>
              </a:defRPr>
            </a:lvl6pPr>
            <a:lvl7pPr>
              <a:defRPr sz="2025" b="0">
                <a:solidFill>
                  <a:srgbClr val="F1DCE2"/>
                </a:solidFill>
                <a:latin typeface="Be Vietnam Pro"/>
                <a:ea typeface="Be Vietnam Pro"/>
                <a:cs typeface="Be Vietnam Pro"/>
              </a:defRPr>
            </a:lvl7pPr>
            <a:lvl8pPr>
              <a:defRPr sz="2025" b="0">
                <a:solidFill>
                  <a:srgbClr val="F1DCE2"/>
                </a:solidFill>
                <a:latin typeface="Be Vietnam Pro"/>
                <a:ea typeface="Be Vietnam Pro"/>
                <a:cs typeface="Be Vietnam Pro"/>
              </a:defRPr>
            </a:lvl8pPr>
            <a:lvl9pPr>
              <a:defRPr sz="2025" b="0">
                <a:solidFill>
                  <a:srgbClr val="F1DCE2"/>
                </a:solidFill>
                <a:latin typeface="Be Vietnam Pro"/>
                <a:ea typeface="Be Vietnam Pro"/>
                <a:cs typeface="Be Vietnam Pro"/>
              </a:defRPr>
            </a:lvl9pPr>
          </a:lstStyle>
          <a:p xmlns:a="http://schemas.openxmlformats.org/drawingml/2006/main">
            <a:pPr>
              <a:lnSpc>
                <a:spcPct val="116000"/>
              </a:lnSpc>
              <a:buNone/>
              <a:defRPr sz="2025" b="0">
                <a:solidFill>
                  <a:srgbClr val="F1DCE2"/>
                </a:solidFill>
                <a:latin typeface="Be Vietnam Pro"/>
                <a:ea typeface="Be Vietnam Pro"/>
                <a:cs typeface="Be Vietnam Pro"/>
              </a:defRPr>
            </a:pPr>
            <a:r>
              <a:rPr sz="2025" b="0">
                <a:solidFill>
                  <a:srgbClr val="F1DCE2"/>
                </a:solidFill>
                <a:latin typeface="Be Vietnam Pro"/>
                <a:ea typeface="Be Vietnam Pro"/>
                <a:cs typeface="Be Vietnam Pro"/>
              </a:rPr>
              <a:t>trustify-notary.vercel.app</a:t>
            </a:r>
          </a:p>
        </p:txBody>
      </p:sp>
      <p:sp>
        <p:nvSpPr>
          <p:cNvPr id="7" name="source-note">
            <a:extLst xmlns:a="http://schemas.openxmlformats.org/drawingml/2006/main">
              <a:ext uri="{FF2B5EF4-FFF2-40B4-BE49-F238E27FC236}">
                <a16:creationId xmlns:a16="http://schemas.microsoft.com/office/drawing/2014/main" id="{80510D39-2935-4B49-8E22-32B3A0C00670}"/>
              </a:ext>
            </a:extLst>
          </p:cNvPr>
          <p:cNvSpPr>
            <a:spLocks xmlns:a="http://schemas.openxmlformats.org/drawingml/2006/main" noGrp="1"/>
          </p:cNvSpPr>
          <p:nvPr/>
        </p:nvSpPr>
        <p:spPr>
          <a:xfrm xmlns:a="http://schemas.openxmlformats.org/drawingml/2006/main">
            <a:off x="609600" y="6210300"/>
            <a:ext cx="7620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F1DCE2"/>
                </a:solidFill>
                <a:latin typeface="Be Vietnam Pro"/>
                <a:ea typeface="Be Vietnam Pro"/>
                <a:cs typeface="Be Vietnam Pro"/>
              </a:defRPr>
            </a:defPPr>
            <a:lvl1pPr>
              <a:defRPr sz="1200" b="0">
                <a:solidFill>
                  <a:srgbClr val="F1DCE2"/>
                </a:solidFill>
                <a:latin typeface="Be Vietnam Pro"/>
                <a:ea typeface="Be Vietnam Pro"/>
                <a:cs typeface="Be Vietnam Pro"/>
              </a:defRPr>
            </a:lvl1pPr>
            <a:lvl2pPr>
              <a:defRPr sz="1200" b="0">
                <a:solidFill>
                  <a:srgbClr val="F1DCE2"/>
                </a:solidFill>
                <a:latin typeface="Be Vietnam Pro"/>
                <a:ea typeface="Be Vietnam Pro"/>
                <a:cs typeface="Be Vietnam Pro"/>
              </a:defRPr>
            </a:lvl2pPr>
            <a:lvl3pPr>
              <a:defRPr sz="1200" b="0">
                <a:solidFill>
                  <a:srgbClr val="F1DCE2"/>
                </a:solidFill>
                <a:latin typeface="Be Vietnam Pro"/>
                <a:ea typeface="Be Vietnam Pro"/>
                <a:cs typeface="Be Vietnam Pro"/>
              </a:defRPr>
            </a:lvl3pPr>
            <a:lvl4pPr>
              <a:defRPr sz="1200" b="0">
                <a:solidFill>
                  <a:srgbClr val="F1DCE2"/>
                </a:solidFill>
                <a:latin typeface="Be Vietnam Pro"/>
                <a:ea typeface="Be Vietnam Pro"/>
                <a:cs typeface="Be Vietnam Pro"/>
              </a:defRPr>
            </a:lvl4pPr>
            <a:lvl5pPr>
              <a:defRPr sz="1200" b="0">
                <a:solidFill>
                  <a:srgbClr val="F1DCE2"/>
                </a:solidFill>
                <a:latin typeface="Be Vietnam Pro"/>
                <a:ea typeface="Be Vietnam Pro"/>
                <a:cs typeface="Be Vietnam Pro"/>
              </a:defRPr>
            </a:lvl5pPr>
            <a:lvl6pPr>
              <a:defRPr sz="1200" b="0">
                <a:solidFill>
                  <a:srgbClr val="F1DCE2"/>
                </a:solidFill>
                <a:latin typeface="Be Vietnam Pro"/>
                <a:ea typeface="Be Vietnam Pro"/>
                <a:cs typeface="Be Vietnam Pro"/>
              </a:defRPr>
            </a:lvl6pPr>
            <a:lvl7pPr>
              <a:defRPr sz="1200" b="0">
                <a:solidFill>
                  <a:srgbClr val="F1DCE2"/>
                </a:solidFill>
                <a:latin typeface="Be Vietnam Pro"/>
                <a:ea typeface="Be Vietnam Pro"/>
                <a:cs typeface="Be Vietnam Pro"/>
              </a:defRPr>
            </a:lvl7pPr>
            <a:lvl8pPr>
              <a:defRPr sz="1200" b="0">
                <a:solidFill>
                  <a:srgbClr val="F1DCE2"/>
                </a:solidFill>
                <a:latin typeface="Be Vietnam Pro"/>
                <a:ea typeface="Be Vietnam Pro"/>
                <a:cs typeface="Be Vietnam Pro"/>
              </a:defRPr>
            </a:lvl8pPr>
            <a:lvl9pPr>
              <a:defRPr sz="1200" b="0">
                <a:solidFill>
                  <a:srgbClr val="F1DCE2"/>
                </a:solidFill>
                <a:latin typeface="Be Vietnam Pro"/>
                <a:ea typeface="Be Vietnam Pro"/>
                <a:cs typeface="Be Vietnam Pro"/>
              </a:defRPr>
            </a:lvl9pPr>
          </a:lstStyle>
          <a:p xmlns:a="http://schemas.openxmlformats.org/drawingml/2006/main">
            <a:pPr>
              <a:lnSpc>
                <a:spcPct val="116000"/>
              </a:lnSpc>
              <a:buNone/>
              <a:defRPr sz="1200" b="0">
                <a:solidFill>
                  <a:srgbClr val="F1DCE2"/>
                </a:solidFill>
                <a:latin typeface="Be Vietnam Pro"/>
                <a:ea typeface="Be Vietnam Pro"/>
                <a:cs typeface="Be Vietnam Pro"/>
              </a:defRPr>
            </a:pPr>
            <a:r>
              <a:rPr sz="1200" b="0">
                <a:solidFill>
                  <a:srgbClr val="F1DCE2"/>
                </a:solidFill>
                <a:latin typeface="Be Vietnam Pro"/>
                <a:ea typeface="Be Vietnam Pro"/>
                <a:cs typeface="Be Vietnam Pro"/>
              </a:rPr>
              <a:t>Simulated payments. Solana devnet.</a:t>
            </a:r>
          </a:p>
        </p:txBody>
      </p:sp>
      <p:sp>
        <p:nvSpPr>
          <p:cNvPr id="8" name="body">
            <a:extLst xmlns:a="http://schemas.openxmlformats.org/drawingml/2006/main">
              <a:ext uri="{FF2B5EF4-FFF2-40B4-BE49-F238E27FC236}">
                <a16:creationId xmlns:a16="http://schemas.microsoft.com/office/drawing/2014/main" id="{F4D66371-261C-4041-A4DD-70FAD93FDBDB}"/>
              </a:ext>
            </a:extLst>
          </p:cNvPr>
          <p:cNvSpPr>
            <a:spLocks xmlns:a="http://schemas.openxmlformats.org/drawingml/2006/main" noGrp="1"/>
          </p:cNvSpPr>
          <p:nvPr/>
        </p:nvSpPr>
        <p:spPr>
          <a:xfrm xmlns:a="http://schemas.openxmlformats.org/drawingml/2006/main">
            <a:off x="7239000" y="5276850"/>
            <a:ext cx="4000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FFFFFF"/>
                </a:solidFill>
                <a:latin typeface="Be Vietnam Pro"/>
                <a:ea typeface="Be Vietnam Pro"/>
                <a:cs typeface="Be Vietnam Pro"/>
              </a:defRPr>
            </a:defPPr>
            <a:lvl1pPr>
              <a:defRPr sz="1800" b="1">
                <a:solidFill>
                  <a:srgbClr val="FFFFFF"/>
                </a:solidFill>
                <a:latin typeface="Be Vietnam Pro"/>
                <a:ea typeface="Be Vietnam Pro"/>
                <a:cs typeface="Be Vietnam Pro"/>
              </a:defRPr>
            </a:lvl1pPr>
            <a:lvl2pPr>
              <a:defRPr sz="1800" b="1">
                <a:solidFill>
                  <a:srgbClr val="FFFFFF"/>
                </a:solidFill>
                <a:latin typeface="Be Vietnam Pro"/>
                <a:ea typeface="Be Vietnam Pro"/>
                <a:cs typeface="Be Vietnam Pro"/>
              </a:defRPr>
            </a:lvl2pPr>
            <a:lvl3pPr>
              <a:defRPr sz="1800" b="1">
                <a:solidFill>
                  <a:srgbClr val="FFFFFF"/>
                </a:solidFill>
                <a:latin typeface="Be Vietnam Pro"/>
                <a:ea typeface="Be Vietnam Pro"/>
                <a:cs typeface="Be Vietnam Pro"/>
              </a:defRPr>
            </a:lvl3pPr>
            <a:lvl4pPr>
              <a:defRPr sz="1800" b="1">
                <a:solidFill>
                  <a:srgbClr val="FFFFFF"/>
                </a:solidFill>
                <a:latin typeface="Be Vietnam Pro"/>
                <a:ea typeface="Be Vietnam Pro"/>
                <a:cs typeface="Be Vietnam Pro"/>
              </a:defRPr>
            </a:lvl4pPr>
            <a:lvl5pPr>
              <a:defRPr sz="1800" b="1">
                <a:solidFill>
                  <a:srgbClr val="FFFFFF"/>
                </a:solidFill>
                <a:latin typeface="Be Vietnam Pro"/>
                <a:ea typeface="Be Vietnam Pro"/>
                <a:cs typeface="Be Vietnam Pro"/>
              </a:defRPr>
            </a:lvl5pPr>
            <a:lvl6pPr>
              <a:defRPr sz="1800" b="1">
                <a:solidFill>
                  <a:srgbClr val="FFFFFF"/>
                </a:solidFill>
                <a:latin typeface="Be Vietnam Pro"/>
                <a:ea typeface="Be Vietnam Pro"/>
                <a:cs typeface="Be Vietnam Pro"/>
              </a:defRPr>
            </a:lvl6pPr>
            <a:lvl7pPr>
              <a:defRPr sz="1800" b="1">
                <a:solidFill>
                  <a:srgbClr val="FFFFFF"/>
                </a:solidFill>
                <a:latin typeface="Be Vietnam Pro"/>
                <a:ea typeface="Be Vietnam Pro"/>
                <a:cs typeface="Be Vietnam Pro"/>
              </a:defRPr>
            </a:lvl7pPr>
            <a:lvl8pPr>
              <a:defRPr sz="1800" b="1">
                <a:solidFill>
                  <a:srgbClr val="FFFFFF"/>
                </a:solidFill>
                <a:latin typeface="Be Vietnam Pro"/>
                <a:ea typeface="Be Vietnam Pro"/>
                <a:cs typeface="Be Vietnam Pro"/>
              </a:defRPr>
            </a:lvl8pPr>
            <a:lvl9pPr>
              <a:defRPr sz="1800" b="1">
                <a:solidFill>
                  <a:srgbClr val="FFFFFF"/>
                </a:solidFill>
                <a:latin typeface="Be Vietnam Pro"/>
                <a:ea typeface="Be Vietnam Pro"/>
                <a:cs typeface="Be Vietnam Pro"/>
              </a:defRPr>
            </a:lvl9pPr>
          </a:lstStyle>
          <a:p xmlns:a="http://schemas.openxmlformats.org/drawingml/2006/main">
            <a:pPr>
              <a:lnSpc>
                <a:spcPct val="116000"/>
              </a:lnSpc>
              <a:buNone/>
              <a:defRPr sz="1800" b="1">
                <a:solidFill>
                  <a:srgbClr val="FFFFFF"/>
                </a:solidFill>
                <a:latin typeface="Be Vietnam Pro"/>
                <a:ea typeface="Be Vietnam Pro"/>
                <a:cs typeface="Be Vietnam Pro"/>
              </a:defRPr>
            </a:pPr>
            <a:r>
              <a:rPr sz="1800" b="1">
                <a:solidFill>
                  <a:srgbClr val="FFFFFF"/>
                </a:solidFill>
                <a:latin typeface="Be Vietnam Pro"/>
                <a:ea typeface="Be Vietnam Pro"/>
                <a:cs typeface="Be Vietnam Pro"/>
              </a:rPr>
              <a:t>Meet the project</a:t>
            </a:r>
          </a:p>
        </p:txBody>
      </p:sp>
      <p:sp>
        <p:nvSpPr>
          <p:cNvPr id="9" name="body">
            <a:extLst xmlns:a="http://schemas.openxmlformats.org/drawingml/2006/main">
              <a:ext uri="{FF2B5EF4-FFF2-40B4-BE49-F238E27FC236}">
                <a16:creationId xmlns:a16="http://schemas.microsoft.com/office/drawing/2014/main" id="{E5A53FC9-9298-4365-AD2E-55C07C0AD4BD}"/>
              </a:ext>
            </a:extLst>
          </p:cNvPr>
          <p:cNvSpPr>
            <a:spLocks xmlns:a="http://schemas.openxmlformats.org/drawingml/2006/main" noGrp="1"/>
          </p:cNvSpPr>
          <p:nvPr/>
        </p:nvSpPr>
        <p:spPr>
          <a:xfrm xmlns:a="http://schemas.openxmlformats.org/drawingml/2006/main">
            <a:off x="7239000" y="5734050"/>
            <a:ext cx="4191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0">
                <a:solidFill>
                  <a:srgbClr val="F1DCE2"/>
                </a:solidFill>
                <a:latin typeface="Be Vietnam Pro"/>
                <a:ea typeface="Be Vietnam Pro"/>
                <a:cs typeface="Be Vietnam Pro"/>
              </a:defRPr>
            </a:defPPr>
            <a:lvl1pPr>
              <a:defRPr sz="2025" b="0">
                <a:solidFill>
                  <a:srgbClr val="F1DCE2"/>
                </a:solidFill>
                <a:latin typeface="Be Vietnam Pro"/>
                <a:ea typeface="Be Vietnam Pro"/>
                <a:cs typeface="Be Vietnam Pro"/>
              </a:defRPr>
            </a:lvl1pPr>
            <a:lvl2pPr>
              <a:defRPr sz="2025" b="0">
                <a:solidFill>
                  <a:srgbClr val="F1DCE2"/>
                </a:solidFill>
                <a:latin typeface="Be Vietnam Pro"/>
                <a:ea typeface="Be Vietnam Pro"/>
                <a:cs typeface="Be Vietnam Pro"/>
              </a:defRPr>
            </a:lvl2pPr>
            <a:lvl3pPr>
              <a:defRPr sz="2025" b="0">
                <a:solidFill>
                  <a:srgbClr val="F1DCE2"/>
                </a:solidFill>
                <a:latin typeface="Be Vietnam Pro"/>
                <a:ea typeface="Be Vietnam Pro"/>
                <a:cs typeface="Be Vietnam Pro"/>
              </a:defRPr>
            </a:lvl3pPr>
            <a:lvl4pPr>
              <a:defRPr sz="2025" b="0">
                <a:solidFill>
                  <a:srgbClr val="F1DCE2"/>
                </a:solidFill>
                <a:latin typeface="Be Vietnam Pro"/>
                <a:ea typeface="Be Vietnam Pro"/>
                <a:cs typeface="Be Vietnam Pro"/>
              </a:defRPr>
            </a:lvl4pPr>
            <a:lvl5pPr>
              <a:defRPr sz="2025" b="0">
                <a:solidFill>
                  <a:srgbClr val="F1DCE2"/>
                </a:solidFill>
                <a:latin typeface="Be Vietnam Pro"/>
                <a:ea typeface="Be Vietnam Pro"/>
                <a:cs typeface="Be Vietnam Pro"/>
              </a:defRPr>
            </a:lvl5pPr>
            <a:lvl6pPr>
              <a:defRPr sz="2025" b="0">
                <a:solidFill>
                  <a:srgbClr val="F1DCE2"/>
                </a:solidFill>
                <a:latin typeface="Be Vietnam Pro"/>
                <a:ea typeface="Be Vietnam Pro"/>
                <a:cs typeface="Be Vietnam Pro"/>
              </a:defRPr>
            </a:lvl6pPr>
            <a:lvl7pPr>
              <a:defRPr sz="2025" b="0">
                <a:solidFill>
                  <a:srgbClr val="F1DCE2"/>
                </a:solidFill>
                <a:latin typeface="Be Vietnam Pro"/>
                <a:ea typeface="Be Vietnam Pro"/>
                <a:cs typeface="Be Vietnam Pro"/>
              </a:defRPr>
            </a:lvl7pPr>
            <a:lvl8pPr>
              <a:defRPr sz="2025" b="0">
                <a:solidFill>
                  <a:srgbClr val="F1DCE2"/>
                </a:solidFill>
                <a:latin typeface="Be Vietnam Pro"/>
                <a:ea typeface="Be Vietnam Pro"/>
                <a:cs typeface="Be Vietnam Pro"/>
              </a:defRPr>
            </a:lvl8pPr>
            <a:lvl9pPr>
              <a:defRPr sz="2025" b="0">
                <a:solidFill>
                  <a:srgbClr val="F1DCE2"/>
                </a:solidFill>
                <a:latin typeface="Be Vietnam Pro"/>
                <a:ea typeface="Be Vietnam Pro"/>
                <a:cs typeface="Be Vietnam Pro"/>
              </a:defRPr>
            </a:lvl9pPr>
          </a:lstStyle>
          <a:p xmlns:a="http://schemas.openxmlformats.org/drawingml/2006/main">
            <a:pPr>
              <a:lnSpc>
                <a:spcPct val="116000"/>
              </a:lnSpc>
              <a:buNone/>
              <a:defRPr sz="2025" b="0">
                <a:solidFill>
                  <a:srgbClr val="F1DCE2"/>
                </a:solidFill>
                <a:latin typeface="Be Vietnam Pro"/>
                <a:ea typeface="Be Vietnam Pro"/>
                <a:cs typeface="Be Vietnam Pro"/>
              </a:defRPr>
            </a:pPr>
            <a:r>
              <a:rPr sz="2025" b="0">
                <a:solidFill>
                  <a:srgbClr val="F1DCE2"/>
                </a:solidFill>
                <a:latin typeface="Be Vietnam Pro"/>
                <a:ea typeface="Be Vietnam Pro"/>
                <a:cs typeface="Be Vietnam Pro"/>
              </a:rPr>
              <a:t>linkedin.com/in/sloweyne</a:t>
            </a:r>
          </a:p>
        </p:txBody>
      </p:sp>
    </p:spTree>
    <p:extLst>
      <p:ext uri="{BB962C8B-B14F-4D97-AF65-F5344CB8AC3E}">
        <p14:creationId xmlns:p14="http://schemas.microsoft.com/office/powerpoint/2010/main" val="197103129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2026-10-25T17:01:25.4730000Z</dcterms:created>
  <dcterms:modified xsi:type="dcterms:W3CDTF">2026-10-25T17:01:25.4730000Z</dcterms:modified>
</coreProperties>
</file>